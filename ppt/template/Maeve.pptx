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Layouts/slideLayout5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_rels/slideLayout12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192.xml.rels" ContentType="application/vnd.openxmlformats-package.relationships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</p:sldMasterIdLst>
  <p:sldIdLst>
    <p:sldId id="256" r:id="rId18"/>
    <p:sldId id="257" r:id="rId19"/>
    <p:sldId id="258" r:id="rId20"/>
    <p:sldId id="259" r:id="rId21"/>
    <p:sldId id="260" r:id="rId22"/>
    <p:sldId id="261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PlaceHolder 2"/>
          <p:cNvSpPr>
            <a:spLocks noGrp="1"/>
          </p:cNvSpPr>
          <p:nvPr>
            <p:ph type="subTitle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subTitle"/>
          </p:nvPr>
        </p:nvSpPr>
        <p:spPr>
          <a:xfrm>
            <a:off x="4919040" y="2121840"/>
            <a:ext cx="5581080" cy="57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170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PlaceHolder 4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PlaceHolder 3"/>
          <p:cNvSpPr>
            <a:spLocks noGrp="1"/>
          </p:cNvSpPr>
          <p:nvPr>
            <p:ph/>
          </p:nvPr>
        </p:nvSpPr>
        <p:spPr>
          <a:xfrm>
            <a:off x="4919040" y="4392720"/>
            <a:ext cx="558108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PlaceHolder 3"/>
          <p:cNvSpPr>
            <a:spLocks noGrp="1"/>
          </p:cNvSpPr>
          <p:nvPr>
            <p:ph/>
          </p:nvPr>
        </p:nvSpPr>
        <p:spPr>
          <a:xfrm>
            <a:off x="7778880" y="35035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PlaceHolder 4"/>
          <p:cNvSpPr>
            <a:spLocks noGrp="1"/>
          </p:cNvSpPr>
          <p:nvPr>
            <p:ph/>
          </p:nvPr>
        </p:nvSpPr>
        <p:spPr>
          <a:xfrm>
            <a:off x="491904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PlaceHolder 5"/>
          <p:cNvSpPr>
            <a:spLocks noGrp="1"/>
          </p:cNvSpPr>
          <p:nvPr>
            <p:ph/>
          </p:nvPr>
        </p:nvSpPr>
        <p:spPr>
          <a:xfrm>
            <a:off x="7778880" y="4392720"/>
            <a:ext cx="272340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PlaceHolder 2"/>
          <p:cNvSpPr>
            <a:spLocks noGrp="1"/>
          </p:cNvSpPr>
          <p:nvPr>
            <p:ph/>
          </p:nvPr>
        </p:nvSpPr>
        <p:spPr>
          <a:xfrm>
            <a:off x="491904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PlaceHolder 3"/>
          <p:cNvSpPr>
            <a:spLocks noGrp="1"/>
          </p:cNvSpPr>
          <p:nvPr>
            <p:ph/>
          </p:nvPr>
        </p:nvSpPr>
        <p:spPr>
          <a:xfrm>
            <a:off x="680616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PlaceHolder 4"/>
          <p:cNvSpPr>
            <a:spLocks noGrp="1"/>
          </p:cNvSpPr>
          <p:nvPr>
            <p:ph/>
          </p:nvPr>
        </p:nvSpPr>
        <p:spPr>
          <a:xfrm>
            <a:off x="8692920" y="35035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PlaceHolder 5"/>
          <p:cNvSpPr>
            <a:spLocks noGrp="1"/>
          </p:cNvSpPr>
          <p:nvPr>
            <p:ph/>
          </p:nvPr>
        </p:nvSpPr>
        <p:spPr>
          <a:xfrm>
            <a:off x="491904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PlaceHolder 6"/>
          <p:cNvSpPr>
            <a:spLocks noGrp="1"/>
          </p:cNvSpPr>
          <p:nvPr>
            <p:ph/>
          </p:nvPr>
        </p:nvSpPr>
        <p:spPr>
          <a:xfrm>
            <a:off x="680616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PlaceHolder 7"/>
          <p:cNvSpPr>
            <a:spLocks noGrp="1"/>
          </p:cNvSpPr>
          <p:nvPr>
            <p:ph/>
          </p:nvPr>
        </p:nvSpPr>
        <p:spPr>
          <a:xfrm>
            <a:off x="8692920" y="4392720"/>
            <a:ext cx="1796760" cy="81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4.png"/><Relationship Id="rId11" Type="http://schemas.openxmlformats.org/officeDocument/2006/relationships/hyperlink" Target="https://www.instagram.com/slidesmania/" TargetMode="External"/><Relationship Id="rId12" Type="http://schemas.openxmlformats.org/officeDocument/2006/relationships/image" Target="../media/image5.png"/><Relationship Id="rId13" Type="http://schemas.openxmlformats.org/officeDocument/2006/relationships/slideLayout" Target="../slideLayouts/slideLayout181.xml"/><Relationship Id="rId14" Type="http://schemas.openxmlformats.org/officeDocument/2006/relationships/slideLayout" Target="../slideLayouts/slideLayout182.xml"/><Relationship Id="rId15" Type="http://schemas.openxmlformats.org/officeDocument/2006/relationships/slideLayout" Target="../slideLayouts/slideLayout183.xml"/><Relationship Id="rId16" Type="http://schemas.openxmlformats.org/officeDocument/2006/relationships/slideLayout" Target="../slideLayouts/slideLayout184.xml"/><Relationship Id="rId17" Type="http://schemas.openxmlformats.org/officeDocument/2006/relationships/slideLayout" Target="../slideLayouts/slideLayout185.xml"/><Relationship Id="rId18" Type="http://schemas.openxmlformats.org/officeDocument/2006/relationships/slideLayout" Target="../slideLayouts/slideLayout186.xml"/><Relationship Id="rId19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88.xml"/><Relationship Id="rId21" Type="http://schemas.openxmlformats.org/officeDocument/2006/relationships/slideLayout" Target="../slideLayouts/slideLayout189.xml"/><Relationship Id="rId22" Type="http://schemas.openxmlformats.org/officeDocument/2006/relationships/slideLayout" Target="../slideLayouts/slideLayout190.xml"/><Relationship Id="rId23" Type="http://schemas.openxmlformats.org/officeDocument/2006/relationships/slideLayout" Target="../slideLayouts/slideLayout191.xml"/><Relationship Id="rId24" Type="http://schemas.openxmlformats.org/officeDocument/2006/relationships/slideLayout" Target="../slideLayouts/slideLayout19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2;p2"/>
          <p:cNvSpPr/>
          <p:nvPr/>
        </p:nvSpPr>
        <p:spPr>
          <a:xfrm rot="19352400">
            <a:off x="465480" y="3565440"/>
            <a:ext cx="1050840" cy="4293360"/>
          </a:xfrm>
          <a:custGeom>
            <a:avLst/>
            <a:gdLst>
              <a:gd name="textAreaLeft" fmla="*/ 0 w 1050840"/>
              <a:gd name="textAreaRight" fmla="*/ 1051200 w 1050840"/>
              <a:gd name="textAreaTop" fmla="*/ 0 h 4293360"/>
              <a:gd name="textAreaBottom" fmla="*/ 4293720 h 4293360"/>
            </a:gdLst>
            <a:ahLst/>
            <a:rect l="textAreaLeft" t="textAreaTop" r="textAreaRight" b="textAreaBottom"/>
            <a:pathLst>
              <a:path w="519866" h="2123446">
                <a:moveTo>
                  <a:pt x="0" y="2123446"/>
                </a:moveTo>
                <a:cubicBezTo>
                  <a:pt x="0" y="2123446"/>
                  <a:pt x="266424" y="2083794"/>
                  <a:pt x="381676" y="1832162"/>
                </a:cubicBezTo>
                <a:cubicBezTo>
                  <a:pt x="516979" y="1536744"/>
                  <a:pt x="322469" y="1444524"/>
                  <a:pt x="316144" y="1230125"/>
                </a:cubicBezTo>
                <a:cubicBezTo>
                  <a:pt x="309591" y="1008107"/>
                  <a:pt x="719080" y="664559"/>
                  <a:pt x="394773" y="299218"/>
                </a:cubicBezTo>
                <a:cubicBezTo>
                  <a:pt x="213522" y="95021"/>
                  <a:pt x="0" y="0"/>
                  <a:pt x="0" y="0"/>
                </a:cubicBezTo>
              </a:path>
            </a:pathLst>
          </a:custGeom>
          <a:noFill/>
          <a:ln cap="rnd" w="33125">
            <a:solidFill>
              <a:srgbClr val="ff71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3;p2"/>
          <p:cNvSpPr/>
          <p:nvPr/>
        </p:nvSpPr>
        <p:spPr>
          <a:xfrm rot="19352400">
            <a:off x="523080" y="4179600"/>
            <a:ext cx="589320" cy="3441600"/>
          </a:xfrm>
          <a:custGeom>
            <a:avLst/>
            <a:gdLst>
              <a:gd name="textAreaLeft" fmla="*/ 0 w 589320"/>
              <a:gd name="textAreaRight" fmla="*/ 589680 w 589320"/>
              <a:gd name="textAreaTop" fmla="*/ 0 h 3441600"/>
              <a:gd name="textAreaBottom" fmla="*/ 3441960 h 3441600"/>
            </a:gdLst>
            <a:ahLst/>
            <a:rect l="textAreaLeft" t="textAreaTop" r="textAreaRight" b="textAreaBottom"/>
            <a:pathLst>
              <a:path w="291541" h="1702107">
                <a:moveTo>
                  <a:pt x="10706" y="1702108"/>
                </a:moveTo>
                <a:cubicBezTo>
                  <a:pt x="10706" y="1702108"/>
                  <a:pt x="204902" y="1570768"/>
                  <a:pt x="222580" y="1411595"/>
                </a:cubicBezTo>
                <a:cubicBezTo>
                  <a:pt x="242821" y="1229249"/>
                  <a:pt x="92878" y="1102042"/>
                  <a:pt x="76410" y="927059"/>
                </a:cubicBezTo>
                <a:cubicBezTo>
                  <a:pt x="62322" y="777411"/>
                  <a:pt x="291541" y="544554"/>
                  <a:pt x="291541" y="402098"/>
                </a:cubicBezTo>
                <a:cubicBezTo>
                  <a:pt x="291541" y="68780"/>
                  <a:pt x="0" y="0"/>
                  <a:pt x="0" y="0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Google Shape;14;p2"/>
          <p:cNvSpPr/>
          <p:nvPr/>
        </p:nvSpPr>
        <p:spPr>
          <a:xfrm rot="19352400">
            <a:off x="376200" y="4721040"/>
            <a:ext cx="419400" cy="2723040"/>
          </a:xfrm>
          <a:custGeom>
            <a:avLst/>
            <a:gdLst>
              <a:gd name="textAreaLeft" fmla="*/ 0 w 419400"/>
              <a:gd name="textAreaRight" fmla="*/ 419760 w 419400"/>
              <a:gd name="textAreaTop" fmla="*/ 0 h 2723040"/>
              <a:gd name="textAreaBottom" fmla="*/ 2723400 h 2723040"/>
            </a:gdLst>
            <a:ahLst/>
            <a:rect l="textAreaLeft" t="textAreaTop" r="textAreaRight" b="textAreaBottom"/>
            <a:pathLst>
              <a:path w="207610" h="1346816">
                <a:moveTo>
                  <a:pt x="54342" y="1346816"/>
                </a:moveTo>
                <a:cubicBezTo>
                  <a:pt x="54342" y="1346816"/>
                  <a:pt x="175557" y="1228430"/>
                  <a:pt x="173214" y="1109120"/>
                </a:cubicBezTo>
                <a:cubicBezTo>
                  <a:pt x="170423" y="966883"/>
                  <a:pt x="11499" y="916181"/>
                  <a:pt x="850" y="752970"/>
                </a:cubicBezTo>
                <a:cubicBezTo>
                  <a:pt x="-14809" y="513131"/>
                  <a:pt x="190921" y="402488"/>
                  <a:pt x="206942" y="229924"/>
                </a:cubicBezTo>
                <a:cubicBezTo>
                  <a:pt x="218791" y="102327"/>
                  <a:pt x="69087" y="0"/>
                  <a:pt x="69087" y="0"/>
                </a:cubicBezTo>
              </a:path>
            </a:pathLst>
          </a:custGeom>
          <a:noFill/>
          <a:ln cap="rnd" w="33125">
            <a:solidFill>
              <a:srgbClr val="ff9e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411560" y="2165400"/>
            <a:ext cx="9368640" cy="25264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8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" name="Google Shape;17;p2"/>
          <p:cNvGrpSpPr/>
          <p:nvPr/>
        </p:nvGrpSpPr>
        <p:grpSpPr>
          <a:xfrm>
            <a:off x="8235000" y="3956760"/>
            <a:ext cx="3956760" cy="2900880"/>
            <a:chOff x="8235000" y="3956760"/>
            <a:chExt cx="3956760" cy="2900880"/>
          </a:xfrm>
        </p:grpSpPr>
        <p:sp>
          <p:nvSpPr>
            <p:cNvPr id="7" name="Google Shape;18;p2"/>
            <p:cNvSpPr/>
            <p:nvPr/>
          </p:nvSpPr>
          <p:spPr>
            <a:xfrm>
              <a:off x="8235000" y="3956760"/>
              <a:ext cx="3956760" cy="2900880"/>
            </a:xfrm>
            <a:custGeom>
              <a:avLst/>
              <a:gdLst>
                <a:gd name="textAreaLeft" fmla="*/ 0 w 3956760"/>
                <a:gd name="textAreaRight" fmla="*/ 3957120 w 3956760"/>
                <a:gd name="textAreaTop" fmla="*/ 0 h 2900880"/>
                <a:gd name="textAreaBottom" fmla="*/ 2901240 h 2900880"/>
              </a:gdLst>
              <a:ahLst/>
              <a:rect l="textAreaLeft" t="textAreaTop" r="textAreaRight" b="textAreaBottom"/>
              <a:pathLst>
                <a:path w="1991007" h="1459793">
                  <a:moveTo>
                    <a:pt x="1749" y="1459794"/>
                  </a:moveTo>
                  <a:cubicBezTo>
                    <a:pt x="1749" y="1459794"/>
                    <a:pt x="-33274" y="1028511"/>
                    <a:pt x="210128" y="833772"/>
                  </a:cubicBezTo>
                  <a:cubicBezTo>
                    <a:pt x="664699" y="470070"/>
                    <a:pt x="1059805" y="825562"/>
                    <a:pt x="1255477" y="672286"/>
                  </a:cubicBezTo>
                  <a:cubicBezTo>
                    <a:pt x="1451140" y="519019"/>
                    <a:pt x="1350099" y="163003"/>
                    <a:pt x="1567069" y="57523"/>
                  </a:cubicBezTo>
                  <a:cubicBezTo>
                    <a:pt x="1822043" y="-66426"/>
                    <a:pt x="1985835" y="48522"/>
                    <a:pt x="1985835" y="48522"/>
                  </a:cubicBezTo>
                  <a:lnTo>
                    <a:pt x="1991007" y="1453269"/>
                  </a:lnTo>
                  <a:lnTo>
                    <a:pt x="1749" y="145979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Google Shape;19;p2"/>
            <p:cNvSpPr/>
            <p:nvPr/>
          </p:nvSpPr>
          <p:spPr>
            <a:xfrm>
              <a:off x="9265320" y="4684320"/>
              <a:ext cx="2926080" cy="2172960"/>
            </a:xfrm>
            <a:custGeom>
              <a:avLst/>
              <a:gdLst>
                <a:gd name="textAreaLeft" fmla="*/ 0 w 2926080"/>
                <a:gd name="textAreaRight" fmla="*/ 2926440 w 2926080"/>
                <a:gd name="textAreaTop" fmla="*/ 0 h 2172960"/>
                <a:gd name="textAreaBottom" fmla="*/ 2173320 h 2172960"/>
              </a:gdLst>
              <a:ahLst/>
              <a:rect l="textAreaLeft" t="textAreaTop" r="textAreaRight" b="textAreaBottom"/>
              <a:pathLst>
                <a:path w="1472384" h="1093535">
                  <a:moveTo>
                    <a:pt x="3982" y="1093535"/>
                  </a:moveTo>
                  <a:cubicBezTo>
                    <a:pt x="3982" y="1093535"/>
                    <a:pt x="-32537" y="916980"/>
                    <a:pt x="115624" y="766294"/>
                  </a:cubicBezTo>
                  <a:cubicBezTo>
                    <a:pt x="358664" y="519101"/>
                    <a:pt x="809377" y="663758"/>
                    <a:pt x="1007050" y="591387"/>
                  </a:cubicBezTo>
                  <a:cubicBezTo>
                    <a:pt x="1234507" y="508110"/>
                    <a:pt x="1092956" y="145731"/>
                    <a:pt x="1234507" y="49576"/>
                  </a:cubicBezTo>
                  <a:cubicBezTo>
                    <a:pt x="1355836" y="-32844"/>
                    <a:pt x="1466879" y="12381"/>
                    <a:pt x="1466879" y="12381"/>
                  </a:cubicBezTo>
                  <a:lnTo>
                    <a:pt x="1472384" y="1089811"/>
                  </a:lnTo>
                  <a:lnTo>
                    <a:pt x="3982" y="10935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" name="Google Shape;20;p2"/>
            <p:cNvSpPr/>
            <p:nvPr/>
          </p:nvSpPr>
          <p:spPr>
            <a:xfrm>
              <a:off x="9945720" y="5260680"/>
              <a:ext cx="2245320" cy="1596240"/>
            </a:xfrm>
            <a:custGeom>
              <a:avLst/>
              <a:gdLst>
                <a:gd name="textAreaLeft" fmla="*/ 0 w 2245320"/>
                <a:gd name="textAreaRight" fmla="*/ 2245680 w 2245320"/>
                <a:gd name="textAreaTop" fmla="*/ 0 h 1596240"/>
                <a:gd name="textAreaBottom" fmla="*/ 1596600 h 1596240"/>
              </a:gdLst>
              <a:ahLst/>
              <a:rect l="textAreaLeft" t="textAreaTop" r="textAreaRight" b="textAreaBottom"/>
              <a:pathLst>
                <a:path w="1129900" h="803356">
                  <a:moveTo>
                    <a:pt x="3055" y="803356"/>
                  </a:moveTo>
                  <a:cubicBezTo>
                    <a:pt x="3055" y="803356"/>
                    <a:pt x="-24967" y="673654"/>
                    <a:pt x="88723" y="562955"/>
                  </a:cubicBezTo>
                  <a:cubicBezTo>
                    <a:pt x="275242" y="381361"/>
                    <a:pt x="627857" y="536551"/>
                    <a:pt x="779552" y="483383"/>
                  </a:cubicBezTo>
                  <a:cubicBezTo>
                    <a:pt x="954098" y="422204"/>
                    <a:pt x="838731" y="107060"/>
                    <a:pt x="947354" y="36422"/>
                  </a:cubicBezTo>
                  <a:cubicBezTo>
                    <a:pt x="1040461" y="-24128"/>
                    <a:pt x="1125681" y="9095"/>
                    <a:pt x="1125681" y="9095"/>
                  </a:cubicBezTo>
                  <a:lnTo>
                    <a:pt x="1129901" y="800623"/>
                  </a:lnTo>
                  <a:lnTo>
                    <a:pt x="3055" y="80335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" name="Google Shape;21;p2"/>
            <p:cNvSpPr/>
            <p:nvPr/>
          </p:nvSpPr>
          <p:spPr>
            <a:xfrm>
              <a:off x="11108520" y="6205680"/>
              <a:ext cx="1082160" cy="651240"/>
            </a:xfrm>
            <a:custGeom>
              <a:avLst/>
              <a:gdLst>
                <a:gd name="textAreaLeft" fmla="*/ 0 w 1082160"/>
                <a:gd name="textAreaRight" fmla="*/ 1082520 w 1082160"/>
                <a:gd name="textAreaTop" fmla="*/ 0 h 651240"/>
                <a:gd name="textAreaBottom" fmla="*/ 651600 h 651240"/>
              </a:gdLst>
              <a:ahLst/>
              <a:rect l="textAreaLeft" t="textAreaTop" r="textAreaRight" b="textAreaBottom"/>
              <a:pathLst>
                <a:path w="544687" h="327869">
                  <a:moveTo>
                    <a:pt x="0" y="327870"/>
                  </a:moveTo>
                  <a:cubicBezTo>
                    <a:pt x="0" y="327870"/>
                    <a:pt x="6743" y="297885"/>
                    <a:pt x="61703" y="261785"/>
                  </a:cubicBezTo>
                  <a:cubicBezTo>
                    <a:pt x="151857" y="202549"/>
                    <a:pt x="319402" y="239401"/>
                    <a:pt x="392725" y="222066"/>
                  </a:cubicBezTo>
                  <a:cubicBezTo>
                    <a:pt x="477098" y="202111"/>
                    <a:pt x="543849" y="0"/>
                    <a:pt x="543849" y="0"/>
                  </a:cubicBezTo>
                  <a:lnTo>
                    <a:pt x="544687" y="326975"/>
                  </a:lnTo>
                  <a:lnTo>
                    <a:pt x="0" y="32787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" name="Google Shape;22;p2"/>
          <p:cNvSpPr/>
          <p:nvPr/>
        </p:nvSpPr>
        <p:spPr>
          <a:xfrm>
            <a:off x="733320" y="797400"/>
            <a:ext cx="1528560" cy="1754640"/>
          </a:xfrm>
          <a:custGeom>
            <a:avLst/>
            <a:gdLst>
              <a:gd name="textAreaLeft" fmla="*/ 0 w 1528560"/>
              <a:gd name="textAreaRight" fmla="*/ 1528920 w 1528560"/>
              <a:gd name="textAreaTop" fmla="*/ 0 h 1754640"/>
              <a:gd name="textAreaBottom" fmla="*/ 1755000 h 1754640"/>
            </a:gdLst>
            <a:ahLst/>
            <a:rect l="textAreaLeft" t="textAreaTop" r="textAreaRight" b="textAreaBottom"/>
            <a:pathLst>
              <a:path w="719452" h="825878">
                <a:moveTo>
                  <a:pt x="545240" y="87482"/>
                </a:moveTo>
                <a:cubicBezTo>
                  <a:pt x="545240" y="87482"/>
                  <a:pt x="416196" y="67489"/>
                  <a:pt x="316859" y="199601"/>
                </a:cubicBezTo>
                <a:cubicBezTo>
                  <a:pt x="262919" y="271353"/>
                  <a:pt x="224134" y="495028"/>
                  <a:pt x="379524" y="572181"/>
                </a:cubicBezTo>
                <a:cubicBezTo>
                  <a:pt x="566319" y="664926"/>
                  <a:pt x="719452" y="558141"/>
                  <a:pt x="719452" y="558141"/>
                </a:cubicBezTo>
                <a:cubicBezTo>
                  <a:pt x="719452" y="558141"/>
                  <a:pt x="682305" y="688767"/>
                  <a:pt x="581521" y="770177"/>
                </a:cubicBezTo>
                <a:cubicBezTo>
                  <a:pt x="480737" y="851597"/>
                  <a:pt x="177385" y="879619"/>
                  <a:pt x="52779" y="598051"/>
                </a:cubicBezTo>
                <a:cubicBezTo>
                  <a:pt x="-42671" y="382376"/>
                  <a:pt x="-17925" y="141470"/>
                  <a:pt x="203760" y="40276"/>
                </a:cubicBezTo>
                <a:cubicBezTo>
                  <a:pt x="450943" y="-72547"/>
                  <a:pt x="545240" y="87482"/>
                  <a:pt x="545240" y="87482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Google Shape;23;p2"/>
          <p:cNvSpPr/>
          <p:nvPr/>
        </p:nvSpPr>
        <p:spPr>
          <a:xfrm>
            <a:off x="9305640" y="545400"/>
            <a:ext cx="546480" cy="596160"/>
          </a:xfrm>
          <a:custGeom>
            <a:avLst/>
            <a:gdLst>
              <a:gd name="textAreaLeft" fmla="*/ 0 w 546480"/>
              <a:gd name="textAreaRight" fmla="*/ 546840 w 546480"/>
              <a:gd name="textAreaTop" fmla="*/ 0 h 596160"/>
              <a:gd name="textAreaBottom" fmla="*/ 596520 h 596160"/>
            </a:gdLst>
            <a:ahLst/>
            <a:rect l="textAreaLeft" t="textAreaTop" r="textAreaRight" b="textAreaBottom"/>
            <a:pathLst>
              <a:path w="255593" h="278742">
                <a:moveTo>
                  <a:pt x="107670" y="102138"/>
                </a:moveTo>
                <a:lnTo>
                  <a:pt x="119244" y="0"/>
                </a:lnTo>
                <a:lnTo>
                  <a:pt x="150943" y="102641"/>
                </a:lnTo>
                <a:lnTo>
                  <a:pt x="241506" y="64402"/>
                </a:lnTo>
                <a:lnTo>
                  <a:pt x="186166" y="139372"/>
                </a:lnTo>
                <a:lnTo>
                  <a:pt x="255594" y="161510"/>
                </a:lnTo>
                <a:lnTo>
                  <a:pt x="177108" y="169057"/>
                </a:lnTo>
                <a:lnTo>
                  <a:pt x="210312" y="221384"/>
                </a:lnTo>
                <a:lnTo>
                  <a:pt x="154467" y="188177"/>
                </a:lnTo>
                <a:lnTo>
                  <a:pt x="146418" y="278742"/>
                </a:lnTo>
                <a:lnTo>
                  <a:pt x="124778" y="190692"/>
                </a:lnTo>
                <a:lnTo>
                  <a:pt x="63398" y="256604"/>
                </a:lnTo>
                <a:lnTo>
                  <a:pt x="87544" y="182139"/>
                </a:lnTo>
                <a:lnTo>
                  <a:pt x="0" y="195221"/>
                </a:lnTo>
                <a:lnTo>
                  <a:pt x="88049" y="142893"/>
                </a:lnTo>
                <a:lnTo>
                  <a:pt x="8553" y="96101"/>
                </a:lnTo>
                <a:lnTo>
                  <a:pt x="107670" y="102138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Google Shape;24;p2"/>
          <p:cNvSpPr/>
          <p:nvPr/>
        </p:nvSpPr>
        <p:spPr>
          <a:xfrm>
            <a:off x="8751240" y="1027440"/>
            <a:ext cx="403560" cy="457200"/>
          </a:xfrm>
          <a:custGeom>
            <a:avLst/>
            <a:gdLst>
              <a:gd name="textAreaLeft" fmla="*/ 0 w 403560"/>
              <a:gd name="textAreaRight" fmla="*/ 403920 w 403560"/>
              <a:gd name="textAreaTop" fmla="*/ 0 h 457200"/>
              <a:gd name="textAreaBottom" fmla="*/ 457560 h 457200"/>
            </a:gdLst>
            <a:ahLst/>
            <a:rect l="textAreaLeft" t="textAreaTop" r="textAreaRight" b="textAreaBottom"/>
            <a:pathLst>
              <a:path w="188804" h="213817">
                <a:moveTo>
                  <a:pt x="71276" y="85906"/>
                </a:moveTo>
                <a:lnTo>
                  <a:pt x="87325" y="0"/>
                </a:lnTo>
                <a:lnTo>
                  <a:pt x="116110" y="84020"/>
                </a:lnTo>
                <a:lnTo>
                  <a:pt x="165202" y="43425"/>
                </a:lnTo>
                <a:lnTo>
                  <a:pt x="134055" y="108556"/>
                </a:lnTo>
                <a:lnTo>
                  <a:pt x="188805" y="128388"/>
                </a:lnTo>
                <a:lnTo>
                  <a:pt x="125559" y="136884"/>
                </a:lnTo>
                <a:lnTo>
                  <a:pt x="148685" y="195415"/>
                </a:lnTo>
                <a:lnTo>
                  <a:pt x="101955" y="146799"/>
                </a:lnTo>
                <a:lnTo>
                  <a:pt x="85906" y="213817"/>
                </a:lnTo>
                <a:lnTo>
                  <a:pt x="74581" y="145380"/>
                </a:lnTo>
                <a:lnTo>
                  <a:pt x="17459" y="184556"/>
                </a:lnTo>
                <a:lnTo>
                  <a:pt x="57112" y="122253"/>
                </a:lnTo>
                <a:lnTo>
                  <a:pt x="0" y="89678"/>
                </a:lnTo>
                <a:lnTo>
                  <a:pt x="71276" y="8590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25;p2"/>
          <p:cNvSpPr/>
          <p:nvPr/>
        </p:nvSpPr>
        <p:spPr>
          <a:xfrm>
            <a:off x="9834120" y="4240440"/>
            <a:ext cx="502920" cy="611640"/>
          </a:xfrm>
          <a:custGeom>
            <a:avLst/>
            <a:gdLst>
              <a:gd name="textAreaLeft" fmla="*/ 0 w 502920"/>
              <a:gd name="textAreaRight" fmla="*/ 503280 w 502920"/>
              <a:gd name="textAreaTop" fmla="*/ 0 h 611640"/>
              <a:gd name="textAreaBottom" fmla="*/ 612000 h 611640"/>
            </a:gdLst>
            <a:ahLst/>
            <a:rect l="textAreaLeft" t="textAreaTop" r="textAreaRight" b="textAreaBottom"/>
            <a:pathLst>
              <a:path w="235153" h="286007">
                <a:moveTo>
                  <a:pt x="97888" y="109376"/>
                </a:moveTo>
                <a:lnTo>
                  <a:pt x="113195" y="0"/>
                </a:lnTo>
                <a:lnTo>
                  <a:pt x="141094" y="111557"/>
                </a:lnTo>
                <a:lnTo>
                  <a:pt x="220389" y="67266"/>
                </a:lnTo>
                <a:lnTo>
                  <a:pt x="183194" y="133436"/>
                </a:lnTo>
                <a:lnTo>
                  <a:pt x="235153" y="143275"/>
                </a:lnTo>
                <a:lnTo>
                  <a:pt x="168983" y="165154"/>
                </a:lnTo>
                <a:lnTo>
                  <a:pt x="203978" y="202340"/>
                </a:lnTo>
                <a:lnTo>
                  <a:pt x="156400" y="188119"/>
                </a:lnTo>
                <a:lnTo>
                  <a:pt x="158039" y="286007"/>
                </a:lnTo>
                <a:lnTo>
                  <a:pt x="117024" y="195777"/>
                </a:lnTo>
                <a:lnTo>
                  <a:pt x="56321" y="243897"/>
                </a:lnTo>
                <a:lnTo>
                  <a:pt x="71095" y="183747"/>
                </a:lnTo>
                <a:lnTo>
                  <a:pt x="0" y="186480"/>
                </a:lnTo>
                <a:lnTo>
                  <a:pt x="74914" y="148199"/>
                </a:lnTo>
                <a:lnTo>
                  <a:pt x="29527" y="92421"/>
                </a:lnTo>
                <a:lnTo>
                  <a:pt x="97888" y="109376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Google Shape;26;p2"/>
          <p:cNvSpPr/>
          <p:nvPr/>
        </p:nvSpPr>
        <p:spPr>
          <a:xfrm>
            <a:off x="11117880" y="1254960"/>
            <a:ext cx="340560" cy="392400"/>
          </a:xfrm>
          <a:custGeom>
            <a:avLst/>
            <a:gdLst>
              <a:gd name="textAreaLeft" fmla="*/ 0 w 340560"/>
              <a:gd name="textAreaRight" fmla="*/ 340920 w 340560"/>
              <a:gd name="textAreaTop" fmla="*/ 0 h 392400"/>
              <a:gd name="textAreaBottom" fmla="*/ 392760 h 392400"/>
            </a:gdLst>
            <a:ahLst/>
            <a:rect l="textAreaLeft" t="textAreaTop" r="textAreaRight" b="textAreaBottom"/>
            <a:pathLst>
              <a:path w="159239" h="183466">
                <a:moveTo>
                  <a:pt x="68370" y="85675"/>
                </a:moveTo>
                <a:lnTo>
                  <a:pt x="87411" y="0"/>
                </a:lnTo>
                <a:lnTo>
                  <a:pt x="105146" y="86108"/>
                </a:lnTo>
                <a:lnTo>
                  <a:pt x="159239" y="90868"/>
                </a:lnTo>
                <a:lnTo>
                  <a:pt x="102556" y="117696"/>
                </a:lnTo>
                <a:lnTo>
                  <a:pt x="95631" y="183467"/>
                </a:lnTo>
                <a:lnTo>
                  <a:pt x="72266" y="120724"/>
                </a:lnTo>
                <a:lnTo>
                  <a:pt x="0" y="114233"/>
                </a:lnTo>
                <a:lnTo>
                  <a:pt x="68370" y="85675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Google Shape;27;p2"/>
          <p:cNvSpPr/>
          <p:nvPr/>
        </p:nvSpPr>
        <p:spPr>
          <a:xfrm>
            <a:off x="9924120" y="1500120"/>
            <a:ext cx="314640" cy="349560"/>
          </a:xfrm>
          <a:custGeom>
            <a:avLst/>
            <a:gdLst>
              <a:gd name="textAreaLeft" fmla="*/ 0 w 314640"/>
              <a:gd name="textAreaRight" fmla="*/ 315000 w 314640"/>
              <a:gd name="textAreaTop" fmla="*/ 0 h 349560"/>
              <a:gd name="textAreaBottom" fmla="*/ 349920 h 349560"/>
            </a:gdLst>
            <a:ahLst/>
            <a:rect l="textAreaLeft" t="textAreaTop" r="textAreaRight" b="textAreaBottom"/>
            <a:pathLst>
              <a:path w="147123" h="163525">
                <a:moveTo>
                  <a:pt x="54721" y="83287"/>
                </a:moveTo>
                <a:lnTo>
                  <a:pt x="60188" y="0"/>
                </a:lnTo>
                <a:lnTo>
                  <a:pt x="88763" y="74771"/>
                </a:lnTo>
                <a:lnTo>
                  <a:pt x="147123" y="64437"/>
                </a:lnTo>
                <a:lnTo>
                  <a:pt x="96060" y="99089"/>
                </a:lnTo>
                <a:lnTo>
                  <a:pt x="91802" y="163525"/>
                </a:lnTo>
                <a:lnTo>
                  <a:pt x="60188" y="116719"/>
                </a:lnTo>
                <a:lnTo>
                  <a:pt x="0" y="124015"/>
                </a:lnTo>
                <a:lnTo>
                  <a:pt x="54721" y="83287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28;p2"/>
          <p:cNvSpPr/>
          <p:nvPr/>
        </p:nvSpPr>
        <p:spPr>
          <a:xfrm>
            <a:off x="8594280" y="684360"/>
            <a:ext cx="54720" cy="54720"/>
          </a:xfrm>
          <a:custGeom>
            <a:avLst/>
            <a:gdLst>
              <a:gd name="textAreaLeft" fmla="*/ 0 w 54720"/>
              <a:gd name="textAreaRight" fmla="*/ 55080 w 54720"/>
              <a:gd name="textAreaTop" fmla="*/ 0 h 54720"/>
              <a:gd name="textAreaBottom" fmla="*/ 55080 h 54720"/>
            </a:gdLst>
            <a:ahLst/>
            <a:rect l="textAreaLeft" t="textAreaTop" r="textAreaRight" b="textAreaBottom"/>
            <a:pathLst>
              <a:path w="46043" h="46047">
                <a:moveTo>
                  <a:pt x="0" y="23024"/>
                </a:moveTo>
                <a:cubicBezTo>
                  <a:pt x="0" y="10308"/>
                  <a:pt x="10306" y="0"/>
                  <a:pt x="23022" y="0"/>
                </a:cubicBezTo>
                <a:cubicBezTo>
                  <a:pt x="35738" y="0"/>
                  <a:pt x="46044" y="10308"/>
                  <a:pt x="46044" y="23024"/>
                </a:cubicBezTo>
                <a:cubicBezTo>
                  <a:pt x="46044" y="35740"/>
                  <a:pt x="35738" y="46048"/>
                  <a:pt x="23022" y="46048"/>
                </a:cubicBezTo>
                <a:cubicBezTo>
                  <a:pt x="10306" y="46048"/>
                  <a:pt x="0" y="35740"/>
                  <a:pt x="0" y="23024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Google Shape;29;p2"/>
          <p:cNvSpPr/>
          <p:nvPr/>
        </p:nvSpPr>
        <p:spPr>
          <a:xfrm>
            <a:off x="10780560" y="1589760"/>
            <a:ext cx="54720" cy="54720"/>
          </a:xfrm>
          <a:custGeom>
            <a:avLst/>
            <a:gdLst>
              <a:gd name="textAreaLeft" fmla="*/ 0 w 54720"/>
              <a:gd name="textAreaRight" fmla="*/ 55080 w 54720"/>
              <a:gd name="textAreaTop" fmla="*/ 0 h 54720"/>
              <a:gd name="textAreaBottom" fmla="*/ 55080 h 54720"/>
            </a:gdLst>
            <a:ahLst/>
            <a:rect l="textAreaLeft" t="textAreaTop" r="textAreaRight" b="textAreaBottom"/>
            <a:pathLst>
              <a:path w="46043" h="46046">
                <a:moveTo>
                  <a:pt x="0" y="23024"/>
                </a:moveTo>
                <a:cubicBezTo>
                  <a:pt x="0" y="10308"/>
                  <a:pt x="10306" y="0"/>
                  <a:pt x="23022" y="0"/>
                </a:cubicBezTo>
                <a:cubicBezTo>
                  <a:pt x="35738" y="0"/>
                  <a:pt x="46044" y="10308"/>
                  <a:pt x="46044" y="23024"/>
                </a:cubicBezTo>
                <a:cubicBezTo>
                  <a:pt x="46044" y="35739"/>
                  <a:pt x="35738" y="46047"/>
                  <a:pt x="23022" y="46047"/>
                </a:cubicBezTo>
                <a:cubicBezTo>
                  <a:pt x="10306" y="46047"/>
                  <a:pt x="0" y="35739"/>
                  <a:pt x="0" y="2302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Google Shape;30;p2"/>
          <p:cNvSpPr/>
          <p:nvPr/>
        </p:nvSpPr>
        <p:spPr>
          <a:xfrm>
            <a:off x="8049960" y="928800"/>
            <a:ext cx="54720" cy="54720"/>
          </a:xfrm>
          <a:custGeom>
            <a:avLst/>
            <a:gdLst>
              <a:gd name="textAreaLeft" fmla="*/ 0 w 54720"/>
              <a:gd name="textAreaRight" fmla="*/ 55080 w 54720"/>
              <a:gd name="textAreaTop" fmla="*/ 0 h 54720"/>
              <a:gd name="textAreaBottom" fmla="*/ 55080 h 54720"/>
            </a:gdLst>
            <a:ahLst/>
            <a:rect l="textAreaLeft" t="textAreaTop" r="textAreaRight" b="textAreaBottom"/>
            <a:pathLst>
              <a:path w="46043" h="46043">
                <a:moveTo>
                  <a:pt x="0" y="23022"/>
                </a:moveTo>
                <a:cubicBezTo>
                  <a:pt x="0" y="10306"/>
                  <a:pt x="10306" y="0"/>
                  <a:pt x="23022" y="0"/>
                </a:cubicBezTo>
                <a:cubicBezTo>
                  <a:pt x="35738" y="0"/>
                  <a:pt x="46044" y="10306"/>
                  <a:pt x="46044" y="23022"/>
                </a:cubicBezTo>
                <a:cubicBezTo>
                  <a:pt x="46044" y="35738"/>
                  <a:pt x="35738" y="46044"/>
                  <a:pt x="23022" y="46044"/>
                </a:cubicBezTo>
                <a:cubicBezTo>
                  <a:pt x="10306" y="46044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31;p2"/>
          <p:cNvSpPr/>
          <p:nvPr/>
        </p:nvSpPr>
        <p:spPr>
          <a:xfrm>
            <a:off x="10613880" y="4982400"/>
            <a:ext cx="54720" cy="54720"/>
          </a:xfrm>
          <a:custGeom>
            <a:avLst/>
            <a:gdLst>
              <a:gd name="textAreaLeft" fmla="*/ 0 w 54720"/>
              <a:gd name="textAreaRight" fmla="*/ 55080 w 54720"/>
              <a:gd name="textAreaTop" fmla="*/ 0 h 54720"/>
              <a:gd name="textAreaBottom" fmla="*/ 55080 h 54720"/>
            </a:gdLst>
            <a:ahLst/>
            <a:rect l="textAreaLeft" t="textAreaTop" r="textAreaRight" b="textAreaBottom"/>
            <a:pathLst>
              <a:path w="46053" h="46043">
                <a:moveTo>
                  <a:pt x="0" y="23022"/>
                </a:moveTo>
                <a:cubicBezTo>
                  <a:pt x="0" y="10306"/>
                  <a:pt x="10316" y="0"/>
                  <a:pt x="23032" y="0"/>
                </a:cubicBezTo>
                <a:cubicBezTo>
                  <a:pt x="35747" y="0"/>
                  <a:pt x="46054" y="10306"/>
                  <a:pt x="46054" y="23022"/>
                </a:cubicBezTo>
                <a:cubicBezTo>
                  <a:pt x="46054" y="35738"/>
                  <a:pt x="35747" y="46044"/>
                  <a:pt x="23032" y="46044"/>
                </a:cubicBezTo>
                <a:cubicBezTo>
                  <a:pt x="10316" y="46044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32;p2"/>
          <p:cNvSpPr/>
          <p:nvPr/>
        </p:nvSpPr>
        <p:spPr>
          <a:xfrm>
            <a:off x="10238760" y="3890520"/>
            <a:ext cx="54720" cy="54720"/>
          </a:xfrm>
          <a:custGeom>
            <a:avLst/>
            <a:gdLst>
              <a:gd name="textAreaLeft" fmla="*/ 0 w 54720"/>
              <a:gd name="textAreaRight" fmla="*/ 55080 w 54720"/>
              <a:gd name="textAreaTop" fmla="*/ 0 h 54720"/>
              <a:gd name="textAreaBottom" fmla="*/ 55080 h 54720"/>
            </a:gdLst>
            <a:ahLst/>
            <a:rect l="textAreaLeft" t="textAreaTop" r="textAreaRight" b="textAreaBottom"/>
            <a:pathLst>
              <a:path w="46053" h="46043">
                <a:moveTo>
                  <a:pt x="0" y="23022"/>
                </a:moveTo>
                <a:cubicBezTo>
                  <a:pt x="0" y="10306"/>
                  <a:pt x="10316" y="0"/>
                  <a:pt x="23032" y="0"/>
                </a:cubicBezTo>
                <a:cubicBezTo>
                  <a:pt x="35747" y="0"/>
                  <a:pt x="46054" y="10306"/>
                  <a:pt x="46054" y="23022"/>
                </a:cubicBezTo>
                <a:cubicBezTo>
                  <a:pt x="46054" y="35738"/>
                  <a:pt x="35747" y="46044"/>
                  <a:pt x="23032" y="46044"/>
                </a:cubicBezTo>
                <a:cubicBezTo>
                  <a:pt x="10316" y="46044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Google Shape;33;p2"/>
          <p:cNvSpPr/>
          <p:nvPr/>
        </p:nvSpPr>
        <p:spPr>
          <a:xfrm>
            <a:off x="10539360" y="928800"/>
            <a:ext cx="54720" cy="54720"/>
          </a:xfrm>
          <a:custGeom>
            <a:avLst/>
            <a:gdLst>
              <a:gd name="textAreaLeft" fmla="*/ 0 w 54720"/>
              <a:gd name="textAreaRight" fmla="*/ 55080 w 54720"/>
              <a:gd name="textAreaTop" fmla="*/ 0 h 54720"/>
              <a:gd name="textAreaBottom" fmla="*/ 55080 h 54720"/>
            </a:gdLst>
            <a:ahLst/>
            <a:rect l="textAreaLeft" t="textAreaTop" r="textAreaRight" b="textAreaBottom"/>
            <a:pathLst>
              <a:path w="46053" h="46046">
                <a:moveTo>
                  <a:pt x="0" y="23023"/>
                </a:moveTo>
                <a:cubicBezTo>
                  <a:pt x="0" y="10308"/>
                  <a:pt x="10316" y="0"/>
                  <a:pt x="23032" y="0"/>
                </a:cubicBezTo>
                <a:cubicBezTo>
                  <a:pt x="35747" y="0"/>
                  <a:pt x="46054" y="10308"/>
                  <a:pt x="46054" y="23023"/>
                </a:cubicBezTo>
                <a:cubicBezTo>
                  <a:pt x="46054" y="35739"/>
                  <a:pt x="35747" y="46047"/>
                  <a:pt x="23032" y="46047"/>
                </a:cubicBezTo>
                <a:cubicBezTo>
                  <a:pt x="10316" y="46047"/>
                  <a:pt x="0" y="35739"/>
                  <a:pt x="0" y="2302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Google Shape;34;p2"/>
          <p:cNvSpPr/>
          <p:nvPr/>
        </p:nvSpPr>
        <p:spPr>
          <a:xfrm>
            <a:off x="1271520" y="4493160"/>
            <a:ext cx="56520" cy="56520"/>
          </a:xfrm>
          <a:custGeom>
            <a:avLst/>
            <a:gdLst>
              <a:gd name="textAreaLeft" fmla="*/ 0 w 56520"/>
              <a:gd name="textAreaRight" fmla="*/ 56880 w 56520"/>
              <a:gd name="textAreaTop" fmla="*/ 0 h 56520"/>
              <a:gd name="textAreaBottom" fmla="*/ 56880 h 56520"/>
            </a:gdLst>
            <a:ahLst/>
            <a:rect l="textAreaLeft" t="textAreaTop" r="textAreaRight" b="textAreaBottom"/>
            <a:pathLst>
              <a:path w="46053" h="46043">
                <a:moveTo>
                  <a:pt x="0" y="23022"/>
                </a:moveTo>
                <a:cubicBezTo>
                  <a:pt x="0" y="10306"/>
                  <a:pt x="10306" y="0"/>
                  <a:pt x="23022" y="0"/>
                </a:cubicBezTo>
                <a:cubicBezTo>
                  <a:pt x="35738" y="0"/>
                  <a:pt x="46053" y="10306"/>
                  <a:pt x="46053" y="23022"/>
                </a:cubicBezTo>
                <a:cubicBezTo>
                  <a:pt x="46053" y="35738"/>
                  <a:pt x="35738" y="46044"/>
                  <a:pt x="23022" y="46044"/>
                </a:cubicBezTo>
                <a:cubicBezTo>
                  <a:pt x="10306" y="46044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8440" bIns="28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Google Shape;35;p2"/>
          <p:cNvSpPr/>
          <p:nvPr/>
        </p:nvSpPr>
        <p:spPr>
          <a:xfrm>
            <a:off x="1411560" y="5292360"/>
            <a:ext cx="56520" cy="56520"/>
          </a:xfrm>
          <a:custGeom>
            <a:avLst/>
            <a:gdLst>
              <a:gd name="textAreaLeft" fmla="*/ 0 w 56520"/>
              <a:gd name="textAreaRight" fmla="*/ 56880 w 56520"/>
              <a:gd name="textAreaTop" fmla="*/ 0 h 56520"/>
              <a:gd name="textAreaBottom" fmla="*/ 56880 h 56520"/>
            </a:gdLst>
            <a:ahLst/>
            <a:rect l="textAreaLeft" t="textAreaTop" r="textAreaRight" b="textAreaBottom"/>
            <a:pathLst>
              <a:path w="46043" h="46053">
                <a:moveTo>
                  <a:pt x="0" y="23022"/>
                </a:moveTo>
                <a:cubicBezTo>
                  <a:pt x="0" y="10315"/>
                  <a:pt x="10306" y="0"/>
                  <a:pt x="23022" y="0"/>
                </a:cubicBezTo>
                <a:cubicBezTo>
                  <a:pt x="35737" y="0"/>
                  <a:pt x="46044" y="10315"/>
                  <a:pt x="46044" y="23022"/>
                </a:cubicBezTo>
                <a:cubicBezTo>
                  <a:pt x="46044" y="35738"/>
                  <a:pt x="35737" y="46053"/>
                  <a:pt x="23022" y="46053"/>
                </a:cubicBezTo>
                <a:cubicBezTo>
                  <a:pt x="10306" y="46053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8440" bIns="28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36;p2"/>
          <p:cNvSpPr/>
          <p:nvPr/>
        </p:nvSpPr>
        <p:spPr>
          <a:xfrm>
            <a:off x="2696040" y="4797720"/>
            <a:ext cx="56520" cy="56520"/>
          </a:xfrm>
          <a:custGeom>
            <a:avLst/>
            <a:gdLst>
              <a:gd name="textAreaLeft" fmla="*/ 0 w 56520"/>
              <a:gd name="textAreaRight" fmla="*/ 56880 w 56520"/>
              <a:gd name="textAreaTop" fmla="*/ 0 h 56520"/>
              <a:gd name="textAreaBottom" fmla="*/ 56880 h 56520"/>
            </a:gdLst>
            <a:ahLst/>
            <a:rect l="textAreaLeft" t="textAreaTop" r="textAreaRight" b="textAreaBottom"/>
            <a:pathLst>
              <a:path w="46043" h="46043">
                <a:moveTo>
                  <a:pt x="0" y="23022"/>
                </a:moveTo>
                <a:cubicBezTo>
                  <a:pt x="0" y="10306"/>
                  <a:pt x="10306" y="0"/>
                  <a:pt x="23022" y="0"/>
                </a:cubicBezTo>
                <a:cubicBezTo>
                  <a:pt x="35738" y="0"/>
                  <a:pt x="46044" y="10306"/>
                  <a:pt x="46044" y="23022"/>
                </a:cubicBezTo>
                <a:cubicBezTo>
                  <a:pt x="46044" y="35738"/>
                  <a:pt x="35738" y="46044"/>
                  <a:pt x="23022" y="46044"/>
                </a:cubicBezTo>
                <a:cubicBezTo>
                  <a:pt x="10306" y="46044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8440" bIns="28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37;p2"/>
          <p:cNvSpPr/>
          <p:nvPr/>
        </p:nvSpPr>
        <p:spPr>
          <a:xfrm>
            <a:off x="2026080" y="4393800"/>
            <a:ext cx="56520" cy="56520"/>
          </a:xfrm>
          <a:custGeom>
            <a:avLst/>
            <a:gdLst>
              <a:gd name="textAreaLeft" fmla="*/ 0 w 56520"/>
              <a:gd name="textAreaRight" fmla="*/ 56880 w 56520"/>
              <a:gd name="textAreaTop" fmla="*/ 0 h 56520"/>
              <a:gd name="textAreaBottom" fmla="*/ 56880 h 56520"/>
            </a:gdLst>
            <a:ahLst/>
            <a:rect l="textAreaLeft" t="textAreaTop" r="textAreaRight" b="textAreaBottom"/>
            <a:pathLst>
              <a:path w="46043" h="46043">
                <a:moveTo>
                  <a:pt x="0" y="23022"/>
                </a:moveTo>
                <a:cubicBezTo>
                  <a:pt x="0" y="10306"/>
                  <a:pt x="10306" y="0"/>
                  <a:pt x="23022" y="0"/>
                </a:cubicBezTo>
                <a:cubicBezTo>
                  <a:pt x="35738" y="0"/>
                  <a:pt x="46044" y="10306"/>
                  <a:pt x="46044" y="23022"/>
                </a:cubicBezTo>
                <a:cubicBezTo>
                  <a:pt x="46044" y="35738"/>
                  <a:pt x="35738" y="46044"/>
                  <a:pt x="23022" y="46044"/>
                </a:cubicBezTo>
                <a:cubicBezTo>
                  <a:pt x="10306" y="46044"/>
                  <a:pt x="0" y="35738"/>
                  <a:pt x="0" y="23022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8440" bIns="28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Google Shape;38;p2"/>
          <p:cNvSpPr/>
          <p:nvPr/>
        </p:nvSpPr>
        <p:spPr>
          <a:xfrm>
            <a:off x="2696040" y="5799240"/>
            <a:ext cx="56520" cy="56520"/>
          </a:xfrm>
          <a:custGeom>
            <a:avLst/>
            <a:gdLst>
              <a:gd name="textAreaLeft" fmla="*/ 0 w 56520"/>
              <a:gd name="textAreaRight" fmla="*/ 56880 w 56520"/>
              <a:gd name="textAreaTop" fmla="*/ 0 h 56520"/>
              <a:gd name="textAreaBottom" fmla="*/ 56880 h 56520"/>
            </a:gdLst>
            <a:ahLst/>
            <a:rect l="textAreaLeft" t="textAreaTop" r="textAreaRight" b="textAreaBottom"/>
            <a:pathLst>
              <a:path w="46043" h="46053">
                <a:moveTo>
                  <a:pt x="0" y="23031"/>
                </a:moveTo>
                <a:cubicBezTo>
                  <a:pt x="0" y="10315"/>
                  <a:pt x="10306" y="0"/>
                  <a:pt x="23022" y="0"/>
                </a:cubicBezTo>
                <a:cubicBezTo>
                  <a:pt x="35738" y="0"/>
                  <a:pt x="46044" y="10315"/>
                  <a:pt x="46044" y="23031"/>
                </a:cubicBezTo>
                <a:cubicBezTo>
                  <a:pt x="46044" y="35747"/>
                  <a:pt x="35738" y="46053"/>
                  <a:pt x="23022" y="46053"/>
                </a:cubicBezTo>
                <a:cubicBezTo>
                  <a:pt x="10306" y="46053"/>
                  <a:pt x="0" y="35747"/>
                  <a:pt x="0" y="2303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8440" bIns="28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Google Shape;39;p2"/>
          <p:cNvSpPr/>
          <p:nvPr/>
        </p:nvSpPr>
        <p:spPr>
          <a:xfrm>
            <a:off x="1731960" y="5106600"/>
            <a:ext cx="515160" cy="529560"/>
          </a:xfrm>
          <a:custGeom>
            <a:avLst/>
            <a:gdLst>
              <a:gd name="textAreaLeft" fmla="*/ 0 w 515160"/>
              <a:gd name="textAreaRight" fmla="*/ 515520 w 515160"/>
              <a:gd name="textAreaTop" fmla="*/ 0 h 529560"/>
              <a:gd name="textAreaBottom" fmla="*/ 529920 h 529560"/>
            </a:gdLst>
            <a:ahLst/>
            <a:rect l="textAreaLeft" t="textAreaTop" r="textAreaRight" b="textAreaBottom"/>
            <a:pathLst>
              <a:path w="417490" h="429025">
                <a:moveTo>
                  <a:pt x="164335" y="169659"/>
                </a:moveTo>
                <a:lnTo>
                  <a:pt x="156334" y="0"/>
                </a:lnTo>
                <a:lnTo>
                  <a:pt x="234505" y="172317"/>
                </a:lnTo>
                <a:lnTo>
                  <a:pt x="356197" y="46187"/>
                </a:lnTo>
                <a:lnTo>
                  <a:pt x="279807" y="191862"/>
                </a:lnTo>
                <a:lnTo>
                  <a:pt x="417490" y="200749"/>
                </a:lnTo>
                <a:lnTo>
                  <a:pt x="286026" y="243383"/>
                </a:lnTo>
                <a:lnTo>
                  <a:pt x="357083" y="349977"/>
                </a:lnTo>
                <a:lnTo>
                  <a:pt x="241611" y="274473"/>
                </a:lnTo>
                <a:lnTo>
                  <a:pt x="178546" y="429025"/>
                </a:lnTo>
                <a:lnTo>
                  <a:pt x="176765" y="270920"/>
                </a:lnTo>
                <a:lnTo>
                  <a:pt x="0" y="277139"/>
                </a:lnTo>
                <a:lnTo>
                  <a:pt x="137684" y="224724"/>
                </a:lnTo>
                <a:lnTo>
                  <a:pt x="58627" y="112805"/>
                </a:lnTo>
                <a:lnTo>
                  <a:pt x="164335" y="169659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40;p2"/>
          <p:cNvSpPr/>
          <p:nvPr/>
        </p:nvSpPr>
        <p:spPr>
          <a:xfrm>
            <a:off x="2194920" y="4416480"/>
            <a:ext cx="324360" cy="391680"/>
          </a:xfrm>
          <a:custGeom>
            <a:avLst/>
            <a:gdLst>
              <a:gd name="textAreaLeft" fmla="*/ 0 w 324360"/>
              <a:gd name="textAreaRight" fmla="*/ 324720 w 324360"/>
              <a:gd name="textAreaTop" fmla="*/ 0 h 391680"/>
              <a:gd name="textAreaBottom" fmla="*/ 392040 h 391680"/>
            </a:gdLst>
            <a:ahLst/>
            <a:rect l="textAreaLeft" t="textAreaTop" r="textAreaRight" b="textAreaBottom"/>
            <a:pathLst>
              <a:path w="262899" h="317563">
                <a:moveTo>
                  <a:pt x="116091" y="159458"/>
                </a:moveTo>
                <a:lnTo>
                  <a:pt x="135522" y="0"/>
                </a:lnTo>
                <a:lnTo>
                  <a:pt x="167135" y="157201"/>
                </a:lnTo>
                <a:lnTo>
                  <a:pt x="262900" y="135969"/>
                </a:lnTo>
                <a:lnTo>
                  <a:pt x="197854" y="194243"/>
                </a:lnTo>
                <a:lnTo>
                  <a:pt x="259290" y="234448"/>
                </a:lnTo>
                <a:lnTo>
                  <a:pt x="182947" y="229934"/>
                </a:lnTo>
                <a:lnTo>
                  <a:pt x="186567" y="317563"/>
                </a:lnTo>
                <a:lnTo>
                  <a:pt x="139580" y="250708"/>
                </a:lnTo>
                <a:lnTo>
                  <a:pt x="46082" y="314849"/>
                </a:lnTo>
                <a:lnTo>
                  <a:pt x="101185" y="237611"/>
                </a:lnTo>
                <a:lnTo>
                  <a:pt x="8582" y="263805"/>
                </a:lnTo>
                <a:lnTo>
                  <a:pt x="80410" y="209150"/>
                </a:lnTo>
                <a:lnTo>
                  <a:pt x="0" y="165335"/>
                </a:lnTo>
                <a:lnTo>
                  <a:pt x="116091" y="159458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41;p2"/>
          <p:cNvSpPr/>
          <p:nvPr/>
        </p:nvSpPr>
        <p:spPr>
          <a:xfrm>
            <a:off x="1593000" y="4217760"/>
            <a:ext cx="241560" cy="246960"/>
          </a:xfrm>
          <a:custGeom>
            <a:avLst/>
            <a:gdLst>
              <a:gd name="textAreaLeft" fmla="*/ 0 w 241560"/>
              <a:gd name="textAreaRight" fmla="*/ 241920 w 241560"/>
              <a:gd name="textAreaTop" fmla="*/ 0 h 246960"/>
              <a:gd name="textAreaBottom" fmla="*/ 247320 h 246960"/>
            </a:gdLst>
            <a:ahLst/>
            <a:rect l="textAreaLeft" t="textAreaTop" r="textAreaRight" b="textAreaBottom"/>
            <a:pathLst>
              <a:path w="195757" h="200177">
                <a:moveTo>
                  <a:pt x="78524" y="86268"/>
                </a:moveTo>
                <a:lnTo>
                  <a:pt x="89030" y="0"/>
                </a:lnTo>
                <a:lnTo>
                  <a:pt x="117786" y="91792"/>
                </a:lnTo>
                <a:lnTo>
                  <a:pt x="195758" y="98431"/>
                </a:lnTo>
                <a:lnTo>
                  <a:pt x="118339" y="133826"/>
                </a:lnTo>
                <a:lnTo>
                  <a:pt x="106175" y="200177"/>
                </a:lnTo>
                <a:lnTo>
                  <a:pt x="85706" y="126082"/>
                </a:lnTo>
                <a:lnTo>
                  <a:pt x="0" y="116129"/>
                </a:lnTo>
                <a:lnTo>
                  <a:pt x="78524" y="86268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42;p2"/>
          <p:cNvSpPr/>
          <p:nvPr/>
        </p:nvSpPr>
        <p:spPr>
          <a:xfrm>
            <a:off x="776520" y="3748680"/>
            <a:ext cx="256320" cy="267480"/>
          </a:xfrm>
          <a:custGeom>
            <a:avLst/>
            <a:gdLst>
              <a:gd name="textAreaLeft" fmla="*/ 0 w 256320"/>
              <a:gd name="textAreaRight" fmla="*/ 256680 w 256320"/>
              <a:gd name="textAreaTop" fmla="*/ 0 h 267480"/>
              <a:gd name="textAreaBottom" fmla="*/ 267840 h 267480"/>
            </a:gdLst>
            <a:ahLst/>
            <a:rect l="textAreaLeft" t="textAreaTop" r="textAreaRight" b="textAreaBottom"/>
            <a:pathLst>
              <a:path w="207978" h="216960">
                <a:moveTo>
                  <a:pt x="83448" y="92431"/>
                </a:moveTo>
                <a:lnTo>
                  <a:pt x="100136" y="0"/>
                </a:lnTo>
                <a:lnTo>
                  <a:pt x="122597" y="94993"/>
                </a:lnTo>
                <a:lnTo>
                  <a:pt x="207979" y="95641"/>
                </a:lnTo>
                <a:lnTo>
                  <a:pt x="129016" y="134150"/>
                </a:lnTo>
                <a:lnTo>
                  <a:pt x="118748" y="216961"/>
                </a:lnTo>
                <a:lnTo>
                  <a:pt x="93069" y="142494"/>
                </a:lnTo>
                <a:lnTo>
                  <a:pt x="0" y="127092"/>
                </a:lnTo>
                <a:lnTo>
                  <a:pt x="83448" y="92431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43;p2"/>
          <p:cNvSpPr/>
          <p:nvPr/>
        </p:nvSpPr>
        <p:spPr>
          <a:xfrm>
            <a:off x="-15480" y="0"/>
            <a:ext cx="1164960" cy="950760"/>
          </a:xfrm>
          <a:custGeom>
            <a:avLst/>
            <a:gdLst>
              <a:gd name="textAreaLeft" fmla="*/ 0 w 1164960"/>
              <a:gd name="textAreaRight" fmla="*/ 1165320 w 1164960"/>
              <a:gd name="textAreaTop" fmla="*/ 0 h 950760"/>
              <a:gd name="textAreaBottom" fmla="*/ 951120 h 950760"/>
            </a:gdLst>
            <a:ahLst/>
            <a:rect l="textAreaLeft" t="textAreaTop" r="textAreaRight" b="textAreaBottom"/>
            <a:pathLst>
              <a:path w="561670" h="458447">
                <a:moveTo>
                  <a:pt x="0" y="455771"/>
                </a:moveTo>
                <a:cubicBezTo>
                  <a:pt x="0" y="455771"/>
                  <a:pt x="90583" y="466853"/>
                  <a:pt x="143742" y="443918"/>
                </a:cubicBezTo>
                <a:cubicBezTo>
                  <a:pt x="186185" y="425603"/>
                  <a:pt x="246840" y="395777"/>
                  <a:pt x="278035" y="325597"/>
                </a:cubicBezTo>
                <a:cubicBezTo>
                  <a:pt x="306991" y="260435"/>
                  <a:pt x="245583" y="77935"/>
                  <a:pt x="170145" y="134930"/>
                </a:cubicBezTo>
                <a:cubicBezTo>
                  <a:pt x="83191" y="200628"/>
                  <a:pt x="221085" y="312227"/>
                  <a:pt x="339852" y="290562"/>
                </a:cubicBezTo>
                <a:cubicBezTo>
                  <a:pt x="425453" y="274949"/>
                  <a:pt x="561670" y="176965"/>
                  <a:pt x="561670" y="0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44;p2"/>
          <p:cNvSpPr/>
          <p:nvPr/>
        </p:nvSpPr>
        <p:spPr>
          <a:xfrm>
            <a:off x="11453040" y="-88920"/>
            <a:ext cx="730800" cy="709560"/>
          </a:xfrm>
          <a:custGeom>
            <a:avLst/>
            <a:gdLst>
              <a:gd name="textAreaLeft" fmla="*/ 0 w 730800"/>
              <a:gd name="textAreaRight" fmla="*/ 731160 w 730800"/>
              <a:gd name="textAreaTop" fmla="*/ 0 h 709560"/>
              <a:gd name="textAreaBottom" fmla="*/ 709920 h 709560"/>
            </a:gdLst>
            <a:ahLst/>
            <a:rect l="textAreaLeft" t="textAreaTop" r="textAreaRight" b="textAreaBottom"/>
            <a:pathLst>
              <a:path w="219903" h="213541">
                <a:moveTo>
                  <a:pt x="0" y="0"/>
                </a:moveTo>
                <a:cubicBezTo>
                  <a:pt x="0" y="0"/>
                  <a:pt x="20335" y="73252"/>
                  <a:pt x="67199" y="129196"/>
                </a:cubicBezTo>
                <a:cubicBezTo>
                  <a:pt x="123177" y="196020"/>
                  <a:pt x="219903" y="213542"/>
                  <a:pt x="219903" y="213542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45;p2"/>
          <p:cNvSpPr/>
          <p:nvPr/>
        </p:nvSpPr>
        <p:spPr>
          <a:xfrm>
            <a:off x="9758160" y="-9720"/>
            <a:ext cx="2425680" cy="1654560"/>
          </a:xfrm>
          <a:custGeom>
            <a:avLst/>
            <a:gdLst>
              <a:gd name="textAreaLeft" fmla="*/ 0 w 2425680"/>
              <a:gd name="textAreaRight" fmla="*/ 2426040 w 2425680"/>
              <a:gd name="textAreaTop" fmla="*/ 0 h 1654560"/>
              <a:gd name="textAreaBottom" fmla="*/ 1654920 h 1654560"/>
            </a:gdLst>
            <a:ahLst/>
            <a:rect l="textAreaLeft" t="textAreaTop" r="textAreaRight" b="textAreaBottom"/>
            <a:pathLst>
              <a:path w="729614" h="497675">
                <a:moveTo>
                  <a:pt x="0" y="0"/>
                </a:moveTo>
                <a:cubicBezTo>
                  <a:pt x="0" y="0"/>
                  <a:pt x="78971" y="85344"/>
                  <a:pt x="190852" y="106646"/>
                </a:cubicBezTo>
                <a:cubicBezTo>
                  <a:pt x="266500" y="121049"/>
                  <a:pt x="365617" y="105567"/>
                  <a:pt x="428853" y="154706"/>
                </a:cubicBezTo>
                <a:cubicBezTo>
                  <a:pt x="550954" y="249583"/>
                  <a:pt x="492957" y="407134"/>
                  <a:pt x="554441" y="463545"/>
                </a:cubicBezTo>
                <a:cubicBezTo>
                  <a:pt x="621239" y="524840"/>
                  <a:pt x="729615" y="484872"/>
                  <a:pt x="729615" y="484872"/>
                </a:cubicBezTo>
              </a:path>
            </a:pathLst>
          </a:custGeom>
          <a:noFill/>
          <a:ln cap="rnd" w="33125">
            <a:solidFill>
              <a:srgbClr val="ff71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51560" y="1566000"/>
            <a:ext cx="5322240" cy="13244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7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7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051560" y="2970360"/>
            <a:ext cx="5322240" cy="22356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483960" y="1067760"/>
            <a:ext cx="4619520" cy="46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" name="Google Shape;50;p3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78" name="Google Shape;51;p3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" name="Google Shape;52;p3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" name="Google Shape;53;p3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" name="Google Shape;54;p3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Google Shape;55;p3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Google Shape;56;p3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Google Shape;57;p3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Google Shape;58;p3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Google Shape;59;p3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7" name="Google Shape;60;p3"/>
          <p:cNvGrpSpPr/>
          <p:nvPr/>
        </p:nvGrpSpPr>
        <p:grpSpPr>
          <a:xfrm>
            <a:off x="592200" y="1842480"/>
            <a:ext cx="3408480" cy="4491720"/>
            <a:chOff x="592200" y="1842480"/>
            <a:chExt cx="3408480" cy="4491720"/>
          </a:xfrm>
        </p:grpSpPr>
        <p:sp>
          <p:nvSpPr>
            <p:cNvPr id="88" name="Google Shape;61;p3"/>
            <p:cNvSpPr/>
            <p:nvPr/>
          </p:nvSpPr>
          <p:spPr>
            <a:xfrm rot="10800000">
              <a:off x="2198880" y="57380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62;p3"/>
            <p:cNvSpPr/>
            <p:nvPr/>
          </p:nvSpPr>
          <p:spPr>
            <a:xfrm rot="10800000">
              <a:off x="2895840" y="539496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63;p3"/>
            <p:cNvSpPr/>
            <p:nvPr/>
          </p:nvSpPr>
          <p:spPr>
            <a:xfrm rot="10800000">
              <a:off x="1094760" y="420984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Google Shape;64;p3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65;p3"/>
            <p:cNvSpPr/>
            <p:nvPr/>
          </p:nvSpPr>
          <p:spPr>
            <a:xfrm rot="10800000">
              <a:off x="1812240" y="502992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66;p3"/>
            <p:cNvSpPr/>
            <p:nvPr/>
          </p:nvSpPr>
          <p:spPr>
            <a:xfrm rot="10800000">
              <a:off x="3401640" y="61405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67;p3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Google Shape;68;p3"/>
            <p:cNvSpPr/>
            <p:nvPr/>
          </p:nvSpPr>
          <p:spPr>
            <a:xfrm rot="10800000">
              <a:off x="39459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69;p3"/>
            <p:cNvSpPr/>
            <p:nvPr/>
          </p:nvSpPr>
          <p:spPr>
            <a:xfrm rot="10800000">
              <a:off x="1382040" y="18424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70;p3"/>
            <p:cNvSpPr/>
            <p:nvPr/>
          </p:nvSpPr>
          <p:spPr>
            <a:xfrm rot="10800000">
              <a:off x="1757160" y="29343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71;p3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9" name="Google Shape;72;p3"/>
          <p:cNvSpPr/>
          <p:nvPr/>
        </p:nvSpPr>
        <p:spPr>
          <a:xfrm flipH="1" rot="544800">
            <a:off x="135000" y="-62640"/>
            <a:ext cx="775440" cy="1784880"/>
          </a:xfrm>
          <a:custGeom>
            <a:avLst/>
            <a:gdLst>
              <a:gd name="textAreaLeft" fmla="*/ 360 w 775440"/>
              <a:gd name="textAreaRight" fmla="*/ 77616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Google Shape;73;p3"/>
          <p:cNvSpPr/>
          <p:nvPr/>
        </p:nvSpPr>
        <p:spPr>
          <a:xfrm flipH="1" rot="5400000">
            <a:off x="5820840" y="-941040"/>
            <a:ext cx="886320" cy="2769480"/>
          </a:xfrm>
          <a:custGeom>
            <a:avLst/>
            <a:gdLst>
              <a:gd name="textAreaLeft" fmla="*/ 360 w 886320"/>
              <a:gd name="textAreaRight" fmla="*/ 887040 w 886320"/>
              <a:gd name="textAreaTop" fmla="*/ 0 h 2769480"/>
              <a:gd name="textAreaBottom" fmla="*/ 2769840 h 2769480"/>
            </a:gdLst>
            <a:ahLst/>
            <a:rect l="textAreaLeft" t="textAreaTop" r="textAreaRight" b="textAreaBottom"/>
            <a:pathLst>
              <a:path w="370173" h="1156474">
                <a:moveTo>
                  <a:pt x="370173" y="0"/>
                </a:moveTo>
                <a:cubicBezTo>
                  <a:pt x="370173" y="0"/>
                  <a:pt x="50143" y="97574"/>
                  <a:pt x="11509" y="286217"/>
                </a:cubicBezTo>
                <a:cubicBezTo>
                  <a:pt x="-51918" y="595903"/>
                  <a:pt x="165738" y="584816"/>
                  <a:pt x="203867" y="642299"/>
                </a:cubicBezTo>
                <a:cubicBezTo>
                  <a:pt x="267675" y="738511"/>
                  <a:pt x="82452" y="750684"/>
                  <a:pt x="112713" y="1007002"/>
                </a:cubicBezTo>
                <a:cubicBezTo>
                  <a:pt x="136030" y="1204417"/>
                  <a:pt x="370173" y="1149439"/>
                  <a:pt x="370173" y="1149439"/>
                </a:cubicBezTo>
              </a:path>
            </a:pathLst>
          </a:custGeom>
          <a:noFill/>
          <a:ln cap="rnd" w="33125">
            <a:solidFill>
              <a:srgbClr val="ff9e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74;p3"/>
          <p:cNvSpPr/>
          <p:nvPr/>
        </p:nvSpPr>
        <p:spPr>
          <a:xfrm flipH="1" rot="5400000">
            <a:off x="5959800" y="-805680"/>
            <a:ext cx="608400" cy="2063880"/>
          </a:xfrm>
          <a:custGeom>
            <a:avLst/>
            <a:gdLst>
              <a:gd name="textAreaLeft" fmla="*/ 360 w 608400"/>
              <a:gd name="textAreaRight" fmla="*/ 609120 w 608400"/>
              <a:gd name="textAreaTop" fmla="*/ 0 h 2063880"/>
              <a:gd name="textAreaBottom" fmla="*/ 2064240 h 2063880"/>
            </a:gdLst>
            <a:ahLst/>
            <a:rect l="textAreaLeft" t="textAreaTop" r="textAreaRight" b="textAreaBottom"/>
            <a:pathLst>
              <a:path w="254190" h="861831">
                <a:moveTo>
                  <a:pt x="225092" y="0"/>
                </a:moveTo>
                <a:cubicBezTo>
                  <a:pt x="225092" y="0"/>
                  <a:pt x="-14890" y="69694"/>
                  <a:pt x="731" y="239106"/>
                </a:cubicBezTo>
                <a:cubicBezTo>
                  <a:pt x="11361" y="354416"/>
                  <a:pt x="249486" y="383610"/>
                  <a:pt x="254144" y="513683"/>
                </a:cubicBezTo>
                <a:cubicBezTo>
                  <a:pt x="257544" y="608676"/>
                  <a:pt x="73435" y="668150"/>
                  <a:pt x="78702" y="784260"/>
                </a:cubicBezTo>
                <a:cubicBezTo>
                  <a:pt x="82217" y="861794"/>
                  <a:pt x="225092" y="861832"/>
                  <a:pt x="225092" y="861832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" name="Google Shape;75;p3"/>
          <p:cNvGrpSpPr/>
          <p:nvPr/>
        </p:nvGrpSpPr>
        <p:grpSpPr>
          <a:xfrm>
            <a:off x="7302600" y="452160"/>
            <a:ext cx="2107080" cy="1976400"/>
            <a:chOff x="7302600" y="452160"/>
            <a:chExt cx="2107080" cy="1976400"/>
          </a:xfrm>
        </p:grpSpPr>
        <p:sp>
          <p:nvSpPr>
            <p:cNvPr id="103" name="Google Shape;76;p3"/>
            <p:cNvSpPr/>
            <p:nvPr/>
          </p:nvSpPr>
          <p:spPr>
            <a:xfrm flipV="1" rot="16200000">
              <a:off x="8608680" y="18766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Google Shape;77;p3"/>
            <p:cNvSpPr/>
            <p:nvPr/>
          </p:nvSpPr>
          <p:spPr>
            <a:xfrm flipV="1" rot="16200000">
              <a:off x="7809480" y="1736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Google Shape;78;p3"/>
            <p:cNvSpPr/>
            <p:nvPr/>
          </p:nvSpPr>
          <p:spPr>
            <a:xfrm flipV="1" rot="16200000">
              <a:off x="830412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Google Shape;79;p3"/>
            <p:cNvSpPr/>
            <p:nvPr/>
          </p:nvSpPr>
          <p:spPr>
            <a:xfrm flipV="1" rot="16200000">
              <a:off x="8708040" y="1122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Google Shape;80;p3"/>
            <p:cNvSpPr/>
            <p:nvPr/>
          </p:nvSpPr>
          <p:spPr>
            <a:xfrm flipV="1" rot="16200000">
              <a:off x="730260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Google Shape;81;p3"/>
            <p:cNvSpPr/>
            <p:nvPr/>
          </p:nvSpPr>
          <p:spPr>
            <a:xfrm flipV="1" rot="16200000">
              <a:off x="7529400" y="95004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Google Shape;82;p3"/>
            <p:cNvSpPr/>
            <p:nvPr/>
          </p:nvSpPr>
          <p:spPr>
            <a:xfrm flipV="1" rot="16200000">
              <a:off x="8383680" y="651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83;p3"/>
            <p:cNvSpPr/>
            <p:nvPr/>
          </p:nvSpPr>
          <p:spPr>
            <a:xfrm flipV="1" rot="16200000">
              <a:off x="8696160" y="136692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Google Shape;84;p3"/>
            <p:cNvSpPr/>
            <p:nvPr/>
          </p:nvSpPr>
          <p:spPr>
            <a:xfrm flipV="1" rot="16200000">
              <a:off x="9147600" y="21664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0" name="Google Shape;86;p4"/>
          <p:cNvGrpSpPr/>
          <p:nvPr/>
        </p:nvGrpSpPr>
        <p:grpSpPr>
          <a:xfrm>
            <a:off x="9718560" y="434520"/>
            <a:ext cx="1976040" cy="2107080"/>
            <a:chOff x="9718560" y="434520"/>
            <a:chExt cx="1976040" cy="2107080"/>
          </a:xfrm>
        </p:grpSpPr>
        <p:sp>
          <p:nvSpPr>
            <p:cNvPr id="151" name="Google Shape;87;p4"/>
            <p:cNvSpPr/>
            <p:nvPr/>
          </p:nvSpPr>
          <p:spPr>
            <a:xfrm>
              <a:off x="10213200" y="11790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Google Shape;88;p4"/>
            <p:cNvSpPr/>
            <p:nvPr/>
          </p:nvSpPr>
          <p:spPr>
            <a:xfrm>
              <a:off x="10353600" y="19782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Google Shape;89;p4"/>
            <p:cNvSpPr/>
            <p:nvPr/>
          </p:nvSpPr>
          <p:spPr>
            <a:xfrm>
              <a:off x="11638080" y="14835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Google Shape;90;p4"/>
            <p:cNvSpPr/>
            <p:nvPr/>
          </p:nvSpPr>
          <p:spPr>
            <a:xfrm>
              <a:off x="10967760" y="1079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Google Shape;91;p4"/>
            <p:cNvSpPr/>
            <p:nvPr/>
          </p:nvSpPr>
          <p:spPr>
            <a:xfrm>
              <a:off x="11638080" y="24850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Google Shape;92;p4"/>
            <p:cNvSpPr/>
            <p:nvPr/>
          </p:nvSpPr>
          <p:spPr>
            <a:xfrm>
              <a:off x="10674000" y="179208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Google Shape;93;p4"/>
            <p:cNvSpPr/>
            <p:nvPr/>
          </p:nvSpPr>
          <p:spPr>
            <a:xfrm>
              <a:off x="11136600" y="110232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Google Shape;94;p4"/>
            <p:cNvSpPr/>
            <p:nvPr/>
          </p:nvSpPr>
          <p:spPr>
            <a:xfrm>
              <a:off x="10535040" y="90360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Google Shape;95;p4"/>
            <p:cNvSpPr/>
            <p:nvPr/>
          </p:nvSpPr>
          <p:spPr>
            <a:xfrm>
              <a:off x="9718560" y="43452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024200" y="752040"/>
            <a:ext cx="1014300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1024200" y="274248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4605480" y="274248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/>
          </p:nvPr>
        </p:nvSpPr>
        <p:spPr>
          <a:xfrm>
            <a:off x="1024200" y="478332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/>
          </p:nvPr>
        </p:nvSpPr>
        <p:spPr>
          <a:xfrm>
            <a:off x="4605480" y="478332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title"/>
          </p:nvPr>
        </p:nvSpPr>
        <p:spPr>
          <a:xfrm>
            <a:off x="1024200" y="20466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2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title"/>
          </p:nvPr>
        </p:nvSpPr>
        <p:spPr>
          <a:xfrm>
            <a:off x="4605480" y="20466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2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8"/>
          <p:cNvSpPr>
            <a:spLocks noGrp="1"/>
          </p:cNvSpPr>
          <p:nvPr>
            <p:ph type="title"/>
          </p:nvPr>
        </p:nvSpPr>
        <p:spPr>
          <a:xfrm>
            <a:off x="1024200" y="40878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2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9"/>
          <p:cNvSpPr>
            <a:spLocks noGrp="1"/>
          </p:cNvSpPr>
          <p:nvPr>
            <p:ph type="title"/>
          </p:nvPr>
        </p:nvSpPr>
        <p:spPr>
          <a:xfrm>
            <a:off x="4605480" y="40878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2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10"/>
          <p:cNvSpPr>
            <a:spLocks noGrp="1"/>
          </p:cNvSpPr>
          <p:nvPr>
            <p:ph type="body"/>
          </p:nvPr>
        </p:nvSpPr>
        <p:spPr>
          <a:xfrm>
            <a:off x="8186760" y="274248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11"/>
          <p:cNvSpPr>
            <a:spLocks noGrp="1"/>
          </p:cNvSpPr>
          <p:nvPr>
            <p:ph type="body"/>
          </p:nvPr>
        </p:nvSpPr>
        <p:spPr>
          <a:xfrm>
            <a:off x="8186760" y="478332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12"/>
          <p:cNvSpPr>
            <a:spLocks noGrp="1"/>
          </p:cNvSpPr>
          <p:nvPr>
            <p:ph type="title"/>
          </p:nvPr>
        </p:nvSpPr>
        <p:spPr>
          <a:xfrm>
            <a:off x="8186760" y="20466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2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13"/>
          <p:cNvSpPr>
            <a:spLocks noGrp="1"/>
          </p:cNvSpPr>
          <p:nvPr>
            <p:ph type="title"/>
          </p:nvPr>
        </p:nvSpPr>
        <p:spPr>
          <a:xfrm>
            <a:off x="8186760" y="40878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2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109;p4"/>
          <p:cNvSpPr/>
          <p:nvPr/>
        </p:nvSpPr>
        <p:spPr>
          <a:xfrm>
            <a:off x="11514600" y="303480"/>
            <a:ext cx="393840" cy="382320"/>
          </a:xfrm>
          <a:custGeom>
            <a:avLst/>
            <a:gdLst>
              <a:gd name="textAreaLeft" fmla="*/ 0 w 393840"/>
              <a:gd name="textAreaRight" fmla="*/ 394200 w 393840"/>
              <a:gd name="textAreaTop" fmla="*/ 0 h 382320"/>
              <a:gd name="textAreaBottom" fmla="*/ 382680 h 382320"/>
            </a:gdLst>
            <a:ahLst/>
            <a:rect l="textAreaLeft" t="textAreaTop" r="textAreaRight" b="textAreaBottom"/>
            <a:pathLst>
              <a:path w="219903" h="213541">
                <a:moveTo>
                  <a:pt x="0" y="0"/>
                </a:moveTo>
                <a:cubicBezTo>
                  <a:pt x="0" y="0"/>
                  <a:pt x="20335" y="73252"/>
                  <a:pt x="67199" y="129196"/>
                </a:cubicBezTo>
                <a:cubicBezTo>
                  <a:pt x="123177" y="196020"/>
                  <a:pt x="219903" y="213542"/>
                  <a:pt x="219903" y="213542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0;p4"/>
          <p:cNvSpPr/>
          <p:nvPr/>
        </p:nvSpPr>
        <p:spPr>
          <a:xfrm>
            <a:off x="10600920" y="303480"/>
            <a:ext cx="1307520" cy="891720"/>
          </a:xfrm>
          <a:custGeom>
            <a:avLst/>
            <a:gdLst>
              <a:gd name="textAreaLeft" fmla="*/ 0 w 1307520"/>
              <a:gd name="textAreaRight" fmla="*/ 1307880 w 1307520"/>
              <a:gd name="textAreaTop" fmla="*/ 0 h 891720"/>
              <a:gd name="textAreaBottom" fmla="*/ 892080 h 891720"/>
            </a:gdLst>
            <a:ahLst/>
            <a:rect l="textAreaLeft" t="textAreaTop" r="textAreaRight" b="textAreaBottom"/>
            <a:pathLst>
              <a:path w="729614" h="497675">
                <a:moveTo>
                  <a:pt x="0" y="0"/>
                </a:moveTo>
                <a:cubicBezTo>
                  <a:pt x="0" y="0"/>
                  <a:pt x="78971" y="85344"/>
                  <a:pt x="190852" y="106646"/>
                </a:cubicBezTo>
                <a:cubicBezTo>
                  <a:pt x="266500" y="121049"/>
                  <a:pt x="365617" y="105567"/>
                  <a:pt x="428853" y="154706"/>
                </a:cubicBezTo>
                <a:cubicBezTo>
                  <a:pt x="550954" y="249583"/>
                  <a:pt x="492957" y="407134"/>
                  <a:pt x="554441" y="463545"/>
                </a:cubicBezTo>
                <a:cubicBezTo>
                  <a:pt x="621239" y="524840"/>
                  <a:pt x="729615" y="484872"/>
                  <a:pt x="729615" y="484872"/>
                </a:cubicBezTo>
              </a:path>
            </a:pathLst>
          </a:custGeom>
          <a:noFill/>
          <a:ln cap="rnd" w="33125">
            <a:solidFill>
              <a:srgbClr val="ff71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5" name="Google Shape;111;p4"/>
          <p:cNvGrpSpPr/>
          <p:nvPr/>
        </p:nvGrpSpPr>
        <p:grpSpPr>
          <a:xfrm>
            <a:off x="335160" y="303840"/>
            <a:ext cx="2107080" cy="2860920"/>
            <a:chOff x="335160" y="303840"/>
            <a:chExt cx="2107080" cy="2860920"/>
          </a:xfrm>
        </p:grpSpPr>
        <p:sp>
          <p:nvSpPr>
            <p:cNvPr id="176" name="Google Shape;112;p4"/>
            <p:cNvSpPr/>
            <p:nvPr/>
          </p:nvSpPr>
          <p:spPr>
            <a:xfrm rot="16200000">
              <a:off x="356040" y="1631520"/>
              <a:ext cx="458640" cy="500400"/>
            </a:xfrm>
            <a:custGeom>
              <a:avLst/>
              <a:gdLst>
                <a:gd name="textAreaLeft" fmla="*/ 0 w 458640"/>
                <a:gd name="textAreaRight" fmla="*/ 459000 w 458640"/>
                <a:gd name="textAreaTop" fmla="*/ 0 h 500400"/>
                <a:gd name="textAreaBottom" fmla="*/ 500760 h 50040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Google Shape;113;p4"/>
            <p:cNvSpPr/>
            <p:nvPr/>
          </p:nvSpPr>
          <p:spPr>
            <a:xfrm rot="16200000">
              <a:off x="1650960" y="680040"/>
              <a:ext cx="421920" cy="51336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513360"/>
                <a:gd name="textAreaBottom" fmla="*/ 513720 h 51336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8" name="Google Shape;114;p4"/>
            <p:cNvSpPr/>
            <p:nvPr/>
          </p:nvSpPr>
          <p:spPr>
            <a:xfrm rot="16200000">
              <a:off x="952560" y="282240"/>
              <a:ext cx="285840" cy="329040"/>
            </a:xfrm>
            <a:custGeom>
              <a:avLst/>
              <a:gdLst>
                <a:gd name="textAreaLeft" fmla="*/ 0 w 285840"/>
                <a:gd name="textAreaRight" fmla="*/ 286200 w 285840"/>
                <a:gd name="textAreaTop" fmla="*/ 0 h 329040"/>
                <a:gd name="textAreaBottom" fmla="*/ 329400 h 32904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9" name="Google Shape;115;p4"/>
            <p:cNvSpPr/>
            <p:nvPr/>
          </p:nvSpPr>
          <p:spPr>
            <a:xfrm rot="16200000">
              <a:off x="1151280" y="1312920"/>
              <a:ext cx="263880" cy="293400"/>
            </a:xfrm>
            <a:custGeom>
              <a:avLst/>
              <a:gdLst>
                <a:gd name="textAreaLeft" fmla="*/ 0 w 263880"/>
                <a:gd name="textAreaRight" fmla="*/ 264240 w 263880"/>
                <a:gd name="textAreaTop" fmla="*/ 0 h 293400"/>
                <a:gd name="textAreaBottom" fmla="*/ 293760 h 29340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Google Shape;116;p4"/>
            <p:cNvSpPr/>
            <p:nvPr/>
          </p:nvSpPr>
          <p:spPr>
            <a:xfrm rot="16200000">
              <a:off x="451800" y="2662200"/>
              <a:ext cx="45720" cy="457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45720"/>
                <a:gd name="textAreaBottom" fmla="*/ 46080 h 45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1" name="Google Shape;117;p4"/>
            <p:cNvSpPr/>
            <p:nvPr/>
          </p:nvSpPr>
          <p:spPr>
            <a:xfrm rot="16200000">
              <a:off x="1212120" y="826920"/>
              <a:ext cx="45720" cy="457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45720"/>
                <a:gd name="textAreaBottom" fmla="*/ 46080 h 45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Google Shape;118;p4"/>
            <p:cNvSpPr/>
            <p:nvPr/>
          </p:nvSpPr>
          <p:spPr>
            <a:xfrm rot="16200000">
              <a:off x="657000" y="3119040"/>
              <a:ext cx="45720" cy="457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45720"/>
                <a:gd name="textAreaBottom" fmla="*/ 46080 h 45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3" name="Google Shape;119;p4"/>
            <p:cNvSpPr/>
            <p:nvPr/>
          </p:nvSpPr>
          <p:spPr>
            <a:xfrm rot="16200000">
              <a:off x="2396520" y="966960"/>
              <a:ext cx="45720" cy="457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45720"/>
                <a:gd name="textAreaBottom" fmla="*/ 46080 h 45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Google Shape;120;p4"/>
            <p:cNvSpPr/>
            <p:nvPr/>
          </p:nvSpPr>
          <p:spPr>
            <a:xfrm rot="16200000">
              <a:off x="2055960" y="386280"/>
              <a:ext cx="45720" cy="457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45720"/>
                <a:gd name="textAreaBottom" fmla="*/ 46080 h 45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5" name="Google Shape;121;p4"/>
            <p:cNvSpPr/>
            <p:nvPr/>
          </p:nvSpPr>
          <p:spPr>
            <a:xfrm rot="16200000">
              <a:off x="657000" y="1029240"/>
              <a:ext cx="45720" cy="4572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45720"/>
                <a:gd name="textAreaBottom" fmla="*/ 46080 h 45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6" name="Google Shape;122;p4"/>
          <p:cNvSpPr/>
          <p:nvPr/>
        </p:nvSpPr>
        <p:spPr>
          <a:xfrm>
            <a:off x="275400" y="5792400"/>
            <a:ext cx="4156560" cy="763200"/>
          </a:xfrm>
          <a:custGeom>
            <a:avLst/>
            <a:gdLst>
              <a:gd name="textAreaLeft" fmla="*/ 0 w 4156560"/>
              <a:gd name="textAreaRight" fmla="*/ 4156920 w 4156560"/>
              <a:gd name="textAreaTop" fmla="*/ 0 h 763200"/>
              <a:gd name="textAreaBottom" fmla="*/ 763560 h 763200"/>
            </a:gdLst>
            <a:ahLst/>
            <a:rect l="textAreaLeft" t="textAreaTop" r="textAreaRight" b="textAreaBottom"/>
            <a:pathLst>
              <a:path w="983877" h="180716">
                <a:moveTo>
                  <a:pt x="0" y="177993"/>
                </a:moveTo>
                <a:cubicBezTo>
                  <a:pt x="28070" y="155190"/>
                  <a:pt x="85849" y="115242"/>
                  <a:pt x="117300" y="97268"/>
                </a:cubicBezTo>
                <a:cubicBezTo>
                  <a:pt x="221437" y="37765"/>
                  <a:pt x="343700" y="7409"/>
                  <a:pt x="463591" y="12620"/>
                </a:cubicBezTo>
                <a:cubicBezTo>
                  <a:pt x="498348" y="14134"/>
                  <a:pt x="679913" y="37613"/>
                  <a:pt x="666264" y="101440"/>
                </a:cubicBezTo>
                <a:cubicBezTo>
                  <a:pt x="653767" y="159904"/>
                  <a:pt x="574605" y="136930"/>
                  <a:pt x="596027" y="72665"/>
                </a:cubicBezTo>
                <a:cubicBezTo>
                  <a:pt x="606971" y="39823"/>
                  <a:pt x="674075" y="-19632"/>
                  <a:pt x="800852" y="6428"/>
                </a:cubicBezTo>
                <a:cubicBezTo>
                  <a:pt x="998591" y="47062"/>
                  <a:pt x="983618" y="180717"/>
                  <a:pt x="983618" y="180717"/>
                </a:cubicBezTo>
              </a:path>
            </a:pathLst>
          </a:custGeom>
          <a:noFill/>
          <a:ln cap="rnd" w="33125">
            <a:solidFill>
              <a:srgbClr val="ff9e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208;p7"/>
          <p:cNvSpPr/>
          <p:nvPr/>
        </p:nvSpPr>
        <p:spPr>
          <a:xfrm>
            <a:off x="11081160" y="2052360"/>
            <a:ext cx="834120" cy="3250800"/>
          </a:xfrm>
          <a:custGeom>
            <a:avLst/>
            <a:gdLst>
              <a:gd name="textAreaLeft" fmla="*/ 0 w 834120"/>
              <a:gd name="textAreaRight" fmla="*/ 834480 w 834120"/>
              <a:gd name="textAreaTop" fmla="*/ 0 h 3250800"/>
              <a:gd name="textAreaBottom" fmla="*/ 3251160 h 3250800"/>
            </a:gdLst>
            <a:ahLst/>
            <a:rect l="textAreaLeft" t="textAreaTop" r="textAreaRight" b="textAreaBottom"/>
            <a:pathLst>
              <a:path w="493856" h="1923830">
                <a:moveTo>
                  <a:pt x="493856" y="0"/>
                </a:moveTo>
                <a:cubicBezTo>
                  <a:pt x="493856" y="0"/>
                  <a:pt x="139460" y="178013"/>
                  <a:pt x="139460" y="459372"/>
                </a:cubicBezTo>
                <a:cubicBezTo>
                  <a:pt x="139460" y="678447"/>
                  <a:pt x="308767" y="669446"/>
                  <a:pt x="308767" y="853612"/>
                </a:cubicBezTo>
                <a:cubicBezTo>
                  <a:pt x="308767" y="1015965"/>
                  <a:pt x="112847" y="1127131"/>
                  <a:pt x="45134" y="1272245"/>
                </a:cubicBezTo>
                <a:cubicBezTo>
                  <a:pt x="-90807" y="1563538"/>
                  <a:pt x="123677" y="1923831"/>
                  <a:pt x="123677" y="1923831"/>
                </a:cubicBezTo>
              </a:path>
            </a:pathLst>
          </a:custGeom>
          <a:noFill/>
          <a:ln cap="rnd" w="33125">
            <a:solidFill>
              <a:srgbClr val="a6c0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209;p7"/>
          <p:cNvSpPr/>
          <p:nvPr/>
        </p:nvSpPr>
        <p:spPr>
          <a:xfrm>
            <a:off x="11426400" y="2361600"/>
            <a:ext cx="553320" cy="2871720"/>
          </a:xfrm>
          <a:custGeom>
            <a:avLst/>
            <a:gdLst>
              <a:gd name="textAreaLeft" fmla="*/ 0 w 553320"/>
              <a:gd name="textAreaRight" fmla="*/ 553680 w 553320"/>
              <a:gd name="textAreaTop" fmla="*/ 0 h 2871720"/>
              <a:gd name="textAreaBottom" fmla="*/ 2872080 h 2871720"/>
            </a:gdLst>
            <a:ahLst/>
            <a:rect l="textAreaLeft" t="textAreaTop" r="textAreaRight" b="textAreaBottom"/>
            <a:pathLst>
              <a:path w="327716" h="1699364">
                <a:moveTo>
                  <a:pt x="298617" y="0"/>
                </a:moveTo>
                <a:cubicBezTo>
                  <a:pt x="298617" y="0"/>
                  <a:pt x="136492" y="74628"/>
                  <a:pt x="113527" y="223247"/>
                </a:cubicBezTo>
                <a:cubicBezTo>
                  <a:pt x="90563" y="371865"/>
                  <a:pt x="327716" y="443151"/>
                  <a:pt x="327716" y="636022"/>
                </a:cubicBezTo>
                <a:cubicBezTo>
                  <a:pt x="327716" y="831561"/>
                  <a:pt x="94830" y="840572"/>
                  <a:pt x="10191" y="1236983"/>
                </a:cubicBezTo>
                <a:cubicBezTo>
                  <a:pt x="-40349" y="1473670"/>
                  <a:pt x="113527" y="1699365"/>
                  <a:pt x="113527" y="1699365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210;p7"/>
          <p:cNvSpPr/>
          <p:nvPr/>
        </p:nvSpPr>
        <p:spPr>
          <a:xfrm>
            <a:off x="11721600" y="4143960"/>
            <a:ext cx="193680" cy="820440"/>
          </a:xfrm>
          <a:custGeom>
            <a:avLst/>
            <a:gdLst>
              <a:gd name="textAreaLeft" fmla="*/ 0 w 193680"/>
              <a:gd name="textAreaRight" fmla="*/ 194040 w 193680"/>
              <a:gd name="textAreaTop" fmla="*/ 0 h 820440"/>
              <a:gd name="textAreaBottom" fmla="*/ 820800 h 820440"/>
            </a:gdLst>
            <a:ahLst/>
            <a:rect l="textAreaLeft" t="textAreaTop" r="textAreaRight" b="textAreaBottom"/>
            <a:pathLst>
              <a:path w="114862" h="485631">
                <a:moveTo>
                  <a:pt x="114862" y="485632"/>
                </a:moveTo>
                <a:cubicBezTo>
                  <a:pt x="114862" y="485632"/>
                  <a:pt x="0" y="411937"/>
                  <a:pt x="0" y="250612"/>
                </a:cubicBezTo>
                <a:cubicBezTo>
                  <a:pt x="0" y="89297"/>
                  <a:pt x="114862" y="0"/>
                  <a:pt x="114862" y="0"/>
                </a:cubicBezTo>
              </a:path>
            </a:pathLst>
          </a:custGeom>
          <a:noFill/>
          <a:ln cap="rnd" w="33125">
            <a:solidFill>
              <a:srgbClr val="a6c0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696680" y="1292760"/>
            <a:ext cx="779364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1696680" y="2112480"/>
            <a:ext cx="7793640" cy="34527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0" name="Google Shape;213;p7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231" name="Google Shape;214;p7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Google Shape;215;p7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Google Shape;216;p7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Google Shape;217;p7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5" name="Google Shape;218;p7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" name="Google Shape;219;p7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7" name="Google Shape;220;p7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" name="Google Shape;221;p7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" name="Google Shape;222;p7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" name="Google Shape;223;p7"/>
          <p:cNvGrpSpPr/>
          <p:nvPr/>
        </p:nvGrpSpPr>
        <p:grpSpPr>
          <a:xfrm>
            <a:off x="341640" y="3238560"/>
            <a:ext cx="1939680" cy="3278520"/>
            <a:chOff x="341640" y="3238560"/>
            <a:chExt cx="1939680" cy="3278520"/>
          </a:xfrm>
        </p:grpSpPr>
        <p:sp>
          <p:nvSpPr>
            <p:cNvPr id="241" name="Google Shape;224;p7"/>
            <p:cNvSpPr/>
            <p:nvPr/>
          </p:nvSpPr>
          <p:spPr>
            <a:xfrm rot="10800000">
              <a:off x="1734840" y="57380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Google Shape;225;p7"/>
            <p:cNvSpPr/>
            <p:nvPr/>
          </p:nvSpPr>
          <p:spPr>
            <a:xfrm rot="10800000">
              <a:off x="341640" y="605988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" name="Google Shape;226;p7"/>
            <p:cNvSpPr/>
            <p:nvPr/>
          </p:nvSpPr>
          <p:spPr>
            <a:xfrm rot="10800000">
              <a:off x="466560" y="323856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" name="Google Shape;227;p7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Google Shape;228;p7"/>
            <p:cNvSpPr/>
            <p:nvPr/>
          </p:nvSpPr>
          <p:spPr>
            <a:xfrm rot="10800000">
              <a:off x="1067400" y="453996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Google Shape;229;p7"/>
            <p:cNvSpPr/>
            <p:nvPr/>
          </p:nvSpPr>
          <p:spPr>
            <a:xfrm rot="10800000">
              <a:off x="1067400" y="61124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" name="Google Shape;230;p7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" name="Google Shape;231;p7"/>
            <p:cNvSpPr/>
            <p:nvPr/>
          </p:nvSpPr>
          <p:spPr>
            <a:xfrm rot="10800000">
              <a:off x="1883880" y="48502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Google Shape;232;p7"/>
            <p:cNvSpPr/>
            <p:nvPr/>
          </p:nvSpPr>
          <p:spPr>
            <a:xfrm rot="10800000">
              <a:off x="138204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Google Shape;233;p7"/>
            <p:cNvSpPr/>
            <p:nvPr/>
          </p:nvSpPr>
          <p:spPr>
            <a:xfrm rot="10800000">
              <a:off x="69048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" name="Google Shape;234;p7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2" name="Google Shape;235;p7"/>
          <p:cNvGrpSpPr/>
          <p:nvPr/>
        </p:nvGrpSpPr>
        <p:grpSpPr>
          <a:xfrm>
            <a:off x="7302600" y="407520"/>
            <a:ext cx="4308120" cy="2021040"/>
            <a:chOff x="7302600" y="407520"/>
            <a:chExt cx="4308120" cy="2021040"/>
          </a:xfrm>
        </p:grpSpPr>
        <p:sp>
          <p:nvSpPr>
            <p:cNvPr id="253" name="Google Shape;236;p7"/>
            <p:cNvSpPr/>
            <p:nvPr/>
          </p:nvSpPr>
          <p:spPr>
            <a:xfrm flipV="1" rot="16200000">
              <a:off x="8608680" y="18766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" name="Google Shape;237;p7"/>
            <p:cNvSpPr/>
            <p:nvPr/>
          </p:nvSpPr>
          <p:spPr>
            <a:xfrm flipV="1" rot="16200000">
              <a:off x="7809480" y="1736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Google Shape;238;p7"/>
            <p:cNvSpPr/>
            <p:nvPr/>
          </p:nvSpPr>
          <p:spPr>
            <a:xfrm flipV="1" rot="16200000">
              <a:off x="830412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Google Shape;239;p7"/>
            <p:cNvSpPr/>
            <p:nvPr/>
          </p:nvSpPr>
          <p:spPr>
            <a:xfrm flipV="1" rot="16200000">
              <a:off x="8708040" y="1122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7" name="Google Shape;240;p7"/>
            <p:cNvSpPr/>
            <p:nvPr/>
          </p:nvSpPr>
          <p:spPr>
            <a:xfrm flipV="1" rot="16200000">
              <a:off x="730260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Google Shape;241;p7"/>
            <p:cNvSpPr/>
            <p:nvPr/>
          </p:nvSpPr>
          <p:spPr>
            <a:xfrm flipV="1" rot="16200000">
              <a:off x="11088360" y="39996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Google Shape;242;p7"/>
            <p:cNvSpPr/>
            <p:nvPr/>
          </p:nvSpPr>
          <p:spPr>
            <a:xfrm flipV="1" rot="16200000">
              <a:off x="8383680" y="651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Google Shape;243;p7"/>
            <p:cNvSpPr/>
            <p:nvPr/>
          </p:nvSpPr>
          <p:spPr>
            <a:xfrm flipV="1" rot="16200000">
              <a:off x="8696160" y="136692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Google Shape;244;p7"/>
            <p:cNvSpPr/>
            <p:nvPr/>
          </p:nvSpPr>
          <p:spPr>
            <a:xfrm flipV="1" rot="16200000">
              <a:off x="9147600" y="21664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2" name="Google Shape;245;p7"/>
          <p:cNvSpPr/>
          <p:nvPr/>
        </p:nvSpPr>
        <p:spPr>
          <a:xfrm flipH="1">
            <a:off x="6228000" y="4761000"/>
            <a:ext cx="5963760" cy="2096280"/>
          </a:xfrm>
          <a:custGeom>
            <a:avLst/>
            <a:gdLst>
              <a:gd name="textAreaLeft" fmla="*/ 360 w 5963760"/>
              <a:gd name="textAreaRight" fmla="*/ 5964480 w 5963760"/>
              <a:gd name="textAreaTop" fmla="*/ 0 h 2096280"/>
              <a:gd name="textAreaBottom" fmla="*/ 2096640 h 2096280"/>
            </a:gdLst>
            <a:ahLst/>
            <a:rect l="textAreaLeft" t="textAreaTop" r="textAreaRight" b="textAreaBottom"/>
            <a:pathLst>
              <a:path w="1920801" h="898844">
                <a:moveTo>
                  <a:pt x="0" y="349471"/>
                </a:moveTo>
                <a:cubicBezTo>
                  <a:pt x="0" y="349471"/>
                  <a:pt x="207416" y="73779"/>
                  <a:pt x="337823" y="8133"/>
                </a:cubicBezTo>
                <a:cubicBezTo>
                  <a:pt x="481708" y="-64305"/>
                  <a:pt x="638213" y="370845"/>
                  <a:pt x="787184" y="375769"/>
                </a:cubicBezTo>
                <a:cubicBezTo>
                  <a:pt x="970131" y="381808"/>
                  <a:pt x="984704" y="288606"/>
                  <a:pt x="1119664" y="340031"/>
                </a:cubicBezTo>
                <a:cubicBezTo>
                  <a:pt x="1194311" y="368473"/>
                  <a:pt x="1293057" y="574842"/>
                  <a:pt x="1379134" y="610865"/>
                </a:cubicBezTo>
                <a:cubicBezTo>
                  <a:pt x="1521828" y="670568"/>
                  <a:pt x="1554223" y="563498"/>
                  <a:pt x="1666437" y="640679"/>
                </a:cubicBezTo>
                <a:cubicBezTo>
                  <a:pt x="1763868" y="707687"/>
                  <a:pt x="1920802" y="898844"/>
                  <a:pt x="1920802" y="898844"/>
                </a:cubicBezTo>
                <a:lnTo>
                  <a:pt x="12382" y="888043"/>
                </a:lnTo>
                <a:lnTo>
                  <a:pt x="0" y="34947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246;p7"/>
          <p:cNvSpPr/>
          <p:nvPr/>
        </p:nvSpPr>
        <p:spPr>
          <a:xfrm flipH="1">
            <a:off x="7017840" y="5421600"/>
            <a:ext cx="5173920" cy="1435680"/>
          </a:xfrm>
          <a:custGeom>
            <a:avLst/>
            <a:gdLst>
              <a:gd name="textAreaLeft" fmla="*/ 360 w 5173920"/>
              <a:gd name="textAreaRight" fmla="*/ 5174640 w 5173920"/>
              <a:gd name="textAreaTop" fmla="*/ 0 h 1435680"/>
              <a:gd name="textAreaBottom" fmla="*/ 1436040 h 1435680"/>
            </a:gdLst>
            <a:ahLst/>
            <a:rect l="textAreaLeft" t="textAreaTop" r="textAreaRight" b="textAreaBottom"/>
            <a:pathLst>
              <a:path w="1666436" h="615694">
                <a:moveTo>
                  <a:pt x="0" y="239380"/>
                </a:moveTo>
                <a:cubicBezTo>
                  <a:pt x="0" y="239380"/>
                  <a:pt x="179946" y="50538"/>
                  <a:pt x="293084" y="5570"/>
                </a:cubicBezTo>
                <a:cubicBezTo>
                  <a:pt x="417909" y="-44046"/>
                  <a:pt x="553698" y="254030"/>
                  <a:pt x="682943" y="257392"/>
                </a:cubicBezTo>
                <a:cubicBezTo>
                  <a:pt x="841657" y="261535"/>
                  <a:pt x="854307" y="197689"/>
                  <a:pt x="971388" y="232922"/>
                </a:cubicBezTo>
                <a:cubicBezTo>
                  <a:pt x="1036148" y="252401"/>
                  <a:pt x="1121826" y="393762"/>
                  <a:pt x="1196492" y="418431"/>
                </a:cubicBezTo>
                <a:cubicBezTo>
                  <a:pt x="1320299" y="459331"/>
                  <a:pt x="1348397" y="385989"/>
                  <a:pt x="1445752" y="438853"/>
                </a:cubicBezTo>
                <a:cubicBezTo>
                  <a:pt x="1530277" y="484754"/>
                  <a:pt x="1666437" y="615694"/>
                  <a:pt x="1666437" y="615694"/>
                </a:cubicBezTo>
                <a:lnTo>
                  <a:pt x="10744" y="608293"/>
                </a:lnTo>
                <a:lnTo>
                  <a:pt x="0" y="23938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247;p7"/>
          <p:cNvSpPr/>
          <p:nvPr/>
        </p:nvSpPr>
        <p:spPr>
          <a:xfrm flipH="1">
            <a:off x="8265600" y="5999400"/>
            <a:ext cx="3925080" cy="858240"/>
          </a:xfrm>
          <a:custGeom>
            <a:avLst/>
            <a:gdLst>
              <a:gd name="textAreaLeft" fmla="*/ -360 w 3925080"/>
              <a:gd name="textAreaRight" fmla="*/ 3925080 w 3925080"/>
              <a:gd name="textAreaTop" fmla="*/ 0 h 858240"/>
              <a:gd name="textAreaBottom" fmla="*/ 858600 h 858240"/>
            </a:gdLst>
            <a:ahLst/>
            <a:rect l="textAreaLeft" t="textAreaTop" r="textAreaRight" b="textAreaBottom"/>
            <a:pathLst>
              <a:path w="1264253" h="368136">
                <a:moveTo>
                  <a:pt x="0" y="143137"/>
                </a:moveTo>
                <a:cubicBezTo>
                  <a:pt x="0" y="143137"/>
                  <a:pt x="136522" y="30219"/>
                  <a:pt x="222352" y="3329"/>
                </a:cubicBezTo>
                <a:cubicBezTo>
                  <a:pt x="317049" y="-26332"/>
                  <a:pt x="420071" y="151891"/>
                  <a:pt x="518122" y="153900"/>
                </a:cubicBezTo>
                <a:cubicBezTo>
                  <a:pt x="638527" y="156377"/>
                  <a:pt x="648128" y="118201"/>
                  <a:pt x="736949" y="139270"/>
                </a:cubicBezTo>
                <a:cubicBezTo>
                  <a:pt x="786079" y="150919"/>
                  <a:pt x="851078" y="235434"/>
                  <a:pt x="907732" y="250189"/>
                </a:cubicBezTo>
                <a:cubicBezTo>
                  <a:pt x="1001659" y="274649"/>
                  <a:pt x="1022975" y="230786"/>
                  <a:pt x="1096833" y="262400"/>
                </a:cubicBezTo>
                <a:cubicBezTo>
                  <a:pt x="1160955" y="289851"/>
                  <a:pt x="1264253" y="368137"/>
                  <a:pt x="1264253" y="368137"/>
                </a:cubicBezTo>
                <a:lnTo>
                  <a:pt x="8154" y="363717"/>
                </a:lnTo>
                <a:lnTo>
                  <a:pt x="0" y="143137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248;p7"/>
          <p:cNvSpPr/>
          <p:nvPr/>
        </p:nvSpPr>
        <p:spPr>
          <a:xfrm>
            <a:off x="0" y="5760"/>
            <a:ext cx="1305720" cy="1230120"/>
          </a:xfrm>
          <a:custGeom>
            <a:avLst/>
            <a:gdLst>
              <a:gd name="textAreaLeft" fmla="*/ 0 w 1305720"/>
              <a:gd name="textAreaRight" fmla="*/ 1306080 w 1305720"/>
              <a:gd name="textAreaTop" fmla="*/ 0 h 1230120"/>
              <a:gd name="textAreaBottom" fmla="*/ 1230480 h 1230120"/>
            </a:gdLst>
            <a:ahLst/>
            <a:rect l="textAreaLeft" t="textAreaTop" r="textAreaRight" b="textAreaBottom"/>
            <a:pathLst>
              <a:path w="475774" h="447863">
                <a:moveTo>
                  <a:pt x="0" y="416495"/>
                </a:moveTo>
                <a:cubicBezTo>
                  <a:pt x="0" y="416495"/>
                  <a:pt x="81277" y="462992"/>
                  <a:pt x="154810" y="442766"/>
                </a:cubicBezTo>
                <a:cubicBezTo>
                  <a:pt x="228352" y="422539"/>
                  <a:pt x="243421" y="363254"/>
                  <a:pt x="258594" y="322086"/>
                </a:cubicBezTo>
                <a:cubicBezTo>
                  <a:pt x="289465" y="238338"/>
                  <a:pt x="210255" y="72066"/>
                  <a:pt x="156953" y="133146"/>
                </a:cubicBezTo>
                <a:cubicBezTo>
                  <a:pt x="103661" y="194226"/>
                  <a:pt x="287865" y="282394"/>
                  <a:pt x="355730" y="270378"/>
                </a:cubicBezTo>
                <a:cubicBezTo>
                  <a:pt x="522037" y="240932"/>
                  <a:pt x="467068" y="0"/>
                  <a:pt x="467068" y="0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2401200" y="2774160"/>
            <a:ext cx="7389000" cy="20656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6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2401200" y="4857840"/>
            <a:ext cx="738900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6" name="Google Shape;126;p5"/>
          <p:cNvGrpSpPr/>
          <p:nvPr/>
        </p:nvGrpSpPr>
        <p:grpSpPr>
          <a:xfrm>
            <a:off x="310320" y="297000"/>
            <a:ext cx="2530080" cy="1990080"/>
            <a:chOff x="310320" y="297000"/>
            <a:chExt cx="2530080" cy="1990080"/>
          </a:xfrm>
        </p:grpSpPr>
        <p:sp>
          <p:nvSpPr>
            <p:cNvPr id="307" name="Google Shape;127;p5"/>
            <p:cNvSpPr/>
            <p:nvPr/>
          </p:nvSpPr>
          <p:spPr>
            <a:xfrm flipV="1">
              <a:off x="847800" y="297360"/>
              <a:ext cx="1458360" cy="1055520"/>
            </a:xfrm>
            <a:custGeom>
              <a:avLst/>
              <a:gdLst>
                <a:gd name="textAreaLeft" fmla="*/ 0 w 1458360"/>
                <a:gd name="textAreaRight" fmla="*/ 1458720 w 1458360"/>
                <a:gd name="textAreaTop" fmla="*/ 360 h 1055520"/>
                <a:gd name="textAreaBottom" fmla="*/ 1056240 h 1055520"/>
              </a:gdLst>
              <a:ahLst/>
              <a:rect l="textAreaLeft" t="textAreaTop" r="textAreaRight" b="textAreaBottom"/>
              <a:pathLst>
                <a:path w="919896" h="665944">
                  <a:moveTo>
                    <a:pt x="0" y="665716"/>
                  </a:moveTo>
                  <a:cubicBezTo>
                    <a:pt x="0" y="665716"/>
                    <a:pt x="16711" y="4528"/>
                    <a:pt x="398441" y="33"/>
                  </a:cubicBezTo>
                  <a:cubicBezTo>
                    <a:pt x="857232" y="-5378"/>
                    <a:pt x="919897" y="665944"/>
                    <a:pt x="919897" y="665944"/>
                  </a:cubicBezTo>
                  <a:lnTo>
                    <a:pt x="647206" y="665944"/>
                  </a:lnTo>
                  <a:cubicBezTo>
                    <a:pt x="647206" y="665944"/>
                    <a:pt x="620517" y="366974"/>
                    <a:pt x="448876" y="384471"/>
                  </a:cubicBezTo>
                  <a:cubicBezTo>
                    <a:pt x="290323" y="400644"/>
                    <a:pt x="295371" y="665944"/>
                    <a:pt x="295371" y="665944"/>
                  </a:cubicBezTo>
                  <a:lnTo>
                    <a:pt x="0" y="66571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" name="Google Shape;128;p5"/>
            <p:cNvSpPr/>
            <p:nvPr/>
          </p:nvSpPr>
          <p:spPr>
            <a:xfrm flipV="1">
              <a:off x="702360" y="297000"/>
              <a:ext cx="1809360" cy="1548720"/>
            </a:xfrm>
            <a:custGeom>
              <a:avLst/>
              <a:gdLst>
                <a:gd name="textAreaLeft" fmla="*/ 0 w 1809360"/>
                <a:gd name="textAreaRight" fmla="*/ 1809720 w 1809360"/>
                <a:gd name="textAreaTop" fmla="*/ 360 h 1548720"/>
                <a:gd name="textAreaBottom" fmla="*/ 1549440 h 1548720"/>
              </a:gdLst>
              <a:ahLst/>
              <a:rect l="textAreaLeft" t="textAreaTop" r="textAreaRight" b="textAreaBottom"/>
              <a:pathLst>
                <a:path w="1141262" h="976967">
                  <a:moveTo>
                    <a:pt x="315" y="976635"/>
                  </a:moveTo>
                  <a:cubicBezTo>
                    <a:pt x="315" y="976635"/>
                    <a:pt x="-29858" y="18677"/>
                    <a:pt x="500173" y="236"/>
                  </a:cubicBezTo>
                  <a:cubicBezTo>
                    <a:pt x="1011627" y="-17566"/>
                    <a:pt x="1141263" y="976968"/>
                    <a:pt x="1141263" y="976968"/>
                  </a:cubicBezTo>
                  <a:lnTo>
                    <a:pt x="994063" y="976968"/>
                  </a:lnTo>
                  <a:cubicBezTo>
                    <a:pt x="994063" y="976968"/>
                    <a:pt x="924093" y="311790"/>
                    <a:pt x="500687" y="335592"/>
                  </a:cubicBezTo>
                  <a:cubicBezTo>
                    <a:pt x="118654" y="357071"/>
                    <a:pt x="120803" y="976968"/>
                    <a:pt x="120803" y="976968"/>
                  </a:cubicBezTo>
                  <a:lnTo>
                    <a:pt x="315" y="9766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Google Shape;129;p5"/>
            <p:cNvSpPr/>
            <p:nvPr/>
          </p:nvSpPr>
          <p:spPr>
            <a:xfrm flipV="1">
              <a:off x="310320" y="296640"/>
              <a:ext cx="2530080" cy="1990080"/>
            </a:xfrm>
            <a:custGeom>
              <a:avLst/>
              <a:gdLst>
                <a:gd name="textAreaLeft" fmla="*/ 0 w 2530080"/>
                <a:gd name="textAreaRight" fmla="*/ 2530440 w 2530080"/>
                <a:gd name="textAreaTop" fmla="*/ 360 h 1990080"/>
                <a:gd name="textAreaBottom" fmla="*/ 1990800 h 1990080"/>
              </a:gdLst>
              <a:ahLst/>
              <a:rect l="textAreaLeft" t="textAreaTop" r="textAreaRight" b="textAreaBottom"/>
              <a:pathLst>
                <a:path w="1595854" h="1255359">
                  <a:moveTo>
                    <a:pt x="2900" y="1254931"/>
                  </a:moveTo>
                  <a:cubicBezTo>
                    <a:pt x="2900" y="1254931"/>
                    <a:pt x="-85447" y="32788"/>
                    <a:pt x="713173" y="660"/>
                  </a:cubicBezTo>
                  <a:cubicBezTo>
                    <a:pt x="1557764" y="-33316"/>
                    <a:pt x="1595855" y="1255360"/>
                    <a:pt x="1595855" y="1255360"/>
                  </a:cubicBezTo>
                  <a:lnTo>
                    <a:pt x="1388677" y="1255360"/>
                  </a:lnTo>
                  <a:cubicBezTo>
                    <a:pt x="1388677" y="1255360"/>
                    <a:pt x="1229447" y="268579"/>
                    <a:pt x="747587" y="299478"/>
                  </a:cubicBezTo>
                  <a:cubicBezTo>
                    <a:pt x="217519" y="333464"/>
                    <a:pt x="251995" y="1255360"/>
                    <a:pt x="251995" y="1255360"/>
                  </a:cubicBezTo>
                  <a:lnTo>
                    <a:pt x="2900" y="125493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" name="Google Shape;130;p5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311" name="Google Shape;131;p5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2" name="Google Shape;132;p5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3" name="Google Shape;133;p5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4" name="Google Shape;134;p5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" name="Google Shape;135;p5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6" name="Google Shape;136;p5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" name="Google Shape;137;p5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8" name="Google Shape;138;p5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Google Shape;139;p5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0" name="Google Shape;140;p5"/>
          <p:cNvGrpSpPr/>
          <p:nvPr/>
        </p:nvGrpSpPr>
        <p:grpSpPr>
          <a:xfrm>
            <a:off x="341640" y="3238560"/>
            <a:ext cx="1939680" cy="3278520"/>
            <a:chOff x="341640" y="3238560"/>
            <a:chExt cx="1939680" cy="3278520"/>
          </a:xfrm>
        </p:grpSpPr>
        <p:sp>
          <p:nvSpPr>
            <p:cNvPr id="321" name="Google Shape;141;p5"/>
            <p:cNvSpPr/>
            <p:nvPr/>
          </p:nvSpPr>
          <p:spPr>
            <a:xfrm rot="10800000">
              <a:off x="1734840" y="57380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Google Shape;142;p5"/>
            <p:cNvSpPr/>
            <p:nvPr/>
          </p:nvSpPr>
          <p:spPr>
            <a:xfrm rot="10800000">
              <a:off x="341640" y="605988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" name="Google Shape;143;p5"/>
            <p:cNvSpPr/>
            <p:nvPr/>
          </p:nvSpPr>
          <p:spPr>
            <a:xfrm rot="10800000">
              <a:off x="466560" y="323856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" name="Google Shape;144;p5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Google Shape;145;p5"/>
            <p:cNvSpPr/>
            <p:nvPr/>
          </p:nvSpPr>
          <p:spPr>
            <a:xfrm rot="10800000">
              <a:off x="1067400" y="453996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" name="Google Shape;146;p5"/>
            <p:cNvSpPr/>
            <p:nvPr/>
          </p:nvSpPr>
          <p:spPr>
            <a:xfrm rot="10800000">
              <a:off x="1067400" y="61124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7" name="Google Shape;147;p5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Google Shape;148;p5"/>
            <p:cNvSpPr/>
            <p:nvPr/>
          </p:nvSpPr>
          <p:spPr>
            <a:xfrm rot="10800000">
              <a:off x="1883880" y="48502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" name="Google Shape;149;p5"/>
            <p:cNvSpPr/>
            <p:nvPr/>
          </p:nvSpPr>
          <p:spPr>
            <a:xfrm rot="10800000">
              <a:off x="138204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" name="Google Shape;150;p5"/>
            <p:cNvSpPr/>
            <p:nvPr/>
          </p:nvSpPr>
          <p:spPr>
            <a:xfrm rot="10800000">
              <a:off x="69048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Google Shape;151;p5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2" name="Google Shape;152;p5"/>
          <p:cNvGrpSpPr/>
          <p:nvPr/>
        </p:nvGrpSpPr>
        <p:grpSpPr>
          <a:xfrm>
            <a:off x="7302600" y="452160"/>
            <a:ext cx="2107080" cy="1976400"/>
            <a:chOff x="7302600" y="452160"/>
            <a:chExt cx="2107080" cy="1976400"/>
          </a:xfrm>
        </p:grpSpPr>
        <p:sp>
          <p:nvSpPr>
            <p:cNvPr id="333" name="Google Shape;153;p5"/>
            <p:cNvSpPr/>
            <p:nvPr/>
          </p:nvSpPr>
          <p:spPr>
            <a:xfrm flipV="1" rot="16200000">
              <a:off x="8608680" y="18766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Google Shape;154;p5"/>
            <p:cNvSpPr/>
            <p:nvPr/>
          </p:nvSpPr>
          <p:spPr>
            <a:xfrm flipV="1" rot="16200000">
              <a:off x="7809480" y="1736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" name="Google Shape;155;p5"/>
            <p:cNvSpPr/>
            <p:nvPr/>
          </p:nvSpPr>
          <p:spPr>
            <a:xfrm flipV="1" rot="16200000">
              <a:off x="830412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" name="Google Shape;156;p5"/>
            <p:cNvSpPr/>
            <p:nvPr/>
          </p:nvSpPr>
          <p:spPr>
            <a:xfrm flipV="1" rot="16200000">
              <a:off x="8708040" y="1122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Google Shape;157;p5"/>
            <p:cNvSpPr/>
            <p:nvPr/>
          </p:nvSpPr>
          <p:spPr>
            <a:xfrm flipV="1" rot="16200000">
              <a:off x="730260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Google Shape;158;p5"/>
            <p:cNvSpPr/>
            <p:nvPr/>
          </p:nvSpPr>
          <p:spPr>
            <a:xfrm flipV="1" rot="16200000">
              <a:off x="7529400" y="95004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" name="Google Shape;159;p5"/>
            <p:cNvSpPr/>
            <p:nvPr/>
          </p:nvSpPr>
          <p:spPr>
            <a:xfrm flipV="1" rot="16200000">
              <a:off x="8383680" y="651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Google Shape;160;p5"/>
            <p:cNvSpPr/>
            <p:nvPr/>
          </p:nvSpPr>
          <p:spPr>
            <a:xfrm flipV="1" rot="16200000">
              <a:off x="8696160" y="136692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" name="Google Shape;161;p5"/>
            <p:cNvSpPr/>
            <p:nvPr/>
          </p:nvSpPr>
          <p:spPr>
            <a:xfrm flipV="1" rot="16200000">
              <a:off x="9147600" y="21664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2" name="Google Shape;162;p5"/>
          <p:cNvSpPr/>
          <p:nvPr/>
        </p:nvSpPr>
        <p:spPr>
          <a:xfrm flipH="1" rot="2247600">
            <a:off x="10415880" y="3234600"/>
            <a:ext cx="1050840" cy="4293360"/>
          </a:xfrm>
          <a:custGeom>
            <a:avLst/>
            <a:gdLst>
              <a:gd name="textAreaLeft" fmla="*/ -360 w 1050840"/>
              <a:gd name="textAreaRight" fmla="*/ 1050840 w 1050840"/>
              <a:gd name="textAreaTop" fmla="*/ 0 h 4293360"/>
              <a:gd name="textAreaBottom" fmla="*/ 4293720 h 4293360"/>
            </a:gdLst>
            <a:ahLst/>
            <a:rect l="textAreaLeft" t="textAreaTop" r="textAreaRight" b="textAreaBottom"/>
            <a:pathLst>
              <a:path w="519866" h="2123446">
                <a:moveTo>
                  <a:pt x="0" y="2123446"/>
                </a:moveTo>
                <a:cubicBezTo>
                  <a:pt x="0" y="2123446"/>
                  <a:pt x="266424" y="2083794"/>
                  <a:pt x="381676" y="1832162"/>
                </a:cubicBezTo>
                <a:cubicBezTo>
                  <a:pt x="516979" y="1536744"/>
                  <a:pt x="322469" y="1444524"/>
                  <a:pt x="316144" y="1230125"/>
                </a:cubicBezTo>
                <a:cubicBezTo>
                  <a:pt x="309591" y="1008107"/>
                  <a:pt x="719080" y="664559"/>
                  <a:pt x="394773" y="299218"/>
                </a:cubicBezTo>
                <a:cubicBezTo>
                  <a:pt x="213522" y="95021"/>
                  <a:pt x="0" y="0"/>
                  <a:pt x="0" y="0"/>
                </a:cubicBezTo>
              </a:path>
            </a:pathLst>
          </a:custGeom>
          <a:noFill/>
          <a:ln cap="rnd" w="33125">
            <a:solidFill>
              <a:srgbClr val="ff71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163;p5"/>
          <p:cNvSpPr/>
          <p:nvPr/>
        </p:nvSpPr>
        <p:spPr>
          <a:xfrm flipH="1" rot="2247600">
            <a:off x="10819440" y="3848400"/>
            <a:ext cx="589320" cy="3441960"/>
          </a:xfrm>
          <a:custGeom>
            <a:avLst/>
            <a:gdLst>
              <a:gd name="textAreaLeft" fmla="*/ -360 w 589320"/>
              <a:gd name="textAreaRight" fmla="*/ 589320 w 589320"/>
              <a:gd name="textAreaTop" fmla="*/ 0 h 3441960"/>
              <a:gd name="textAreaBottom" fmla="*/ 3442320 h 3441960"/>
            </a:gdLst>
            <a:ahLst/>
            <a:rect l="textAreaLeft" t="textAreaTop" r="textAreaRight" b="textAreaBottom"/>
            <a:pathLst>
              <a:path w="291541" h="1702107">
                <a:moveTo>
                  <a:pt x="10706" y="1702108"/>
                </a:moveTo>
                <a:cubicBezTo>
                  <a:pt x="10706" y="1702108"/>
                  <a:pt x="204902" y="1570768"/>
                  <a:pt x="222580" y="1411595"/>
                </a:cubicBezTo>
                <a:cubicBezTo>
                  <a:pt x="242821" y="1229249"/>
                  <a:pt x="92878" y="1102042"/>
                  <a:pt x="76410" y="927059"/>
                </a:cubicBezTo>
                <a:cubicBezTo>
                  <a:pt x="62322" y="777411"/>
                  <a:pt x="291541" y="544554"/>
                  <a:pt x="291541" y="402098"/>
                </a:cubicBezTo>
                <a:cubicBezTo>
                  <a:pt x="291541" y="68780"/>
                  <a:pt x="0" y="0"/>
                  <a:pt x="0" y="0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164;p5"/>
          <p:cNvSpPr/>
          <p:nvPr/>
        </p:nvSpPr>
        <p:spPr>
          <a:xfrm flipH="1" rot="2247600">
            <a:off x="11135880" y="4389840"/>
            <a:ext cx="419400" cy="2723040"/>
          </a:xfrm>
          <a:custGeom>
            <a:avLst/>
            <a:gdLst>
              <a:gd name="textAreaLeft" fmla="*/ -360 w 419400"/>
              <a:gd name="textAreaRight" fmla="*/ 419400 w 419400"/>
              <a:gd name="textAreaTop" fmla="*/ 0 h 2723040"/>
              <a:gd name="textAreaBottom" fmla="*/ 2723400 h 2723040"/>
            </a:gdLst>
            <a:ahLst/>
            <a:rect l="textAreaLeft" t="textAreaTop" r="textAreaRight" b="textAreaBottom"/>
            <a:pathLst>
              <a:path w="207610" h="1346816">
                <a:moveTo>
                  <a:pt x="54342" y="1346816"/>
                </a:moveTo>
                <a:cubicBezTo>
                  <a:pt x="54342" y="1346816"/>
                  <a:pt x="175557" y="1228430"/>
                  <a:pt x="173214" y="1109120"/>
                </a:cubicBezTo>
                <a:cubicBezTo>
                  <a:pt x="170423" y="966883"/>
                  <a:pt x="11499" y="916181"/>
                  <a:pt x="850" y="752970"/>
                </a:cubicBezTo>
                <a:cubicBezTo>
                  <a:pt x="-14809" y="513131"/>
                  <a:pt x="190921" y="402488"/>
                  <a:pt x="206942" y="229924"/>
                </a:cubicBezTo>
                <a:cubicBezTo>
                  <a:pt x="218791" y="102327"/>
                  <a:pt x="69087" y="0"/>
                  <a:pt x="69087" y="0"/>
                </a:cubicBezTo>
              </a:path>
            </a:pathLst>
          </a:custGeom>
          <a:noFill/>
          <a:ln cap="rnd" w="33125">
            <a:solidFill>
              <a:srgbClr val="ff9e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165;p5"/>
          <p:cNvSpPr/>
          <p:nvPr/>
        </p:nvSpPr>
        <p:spPr>
          <a:xfrm flipH="1">
            <a:off x="11026440" y="-60120"/>
            <a:ext cx="1164960" cy="950760"/>
          </a:xfrm>
          <a:custGeom>
            <a:avLst/>
            <a:gdLst>
              <a:gd name="textAreaLeft" fmla="*/ 360 w 1164960"/>
              <a:gd name="textAreaRight" fmla="*/ 1165680 w 1164960"/>
              <a:gd name="textAreaTop" fmla="*/ 0 h 950760"/>
              <a:gd name="textAreaBottom" fmla="*/ 951120 h 950760"/>
            </a:gdLst>
            <a:ahLst/>
            <a:rect l="textAreaLeft" t="textAreaTop" r="textAreaRight" b="textAreaBottom"/>
            <a:pathLst>
              <a:path w="561670" h="458447">
                <a:moveTo>
                  <a:pt x="0" y="455771"/>
                </a:moveTo>
                <a:cubicBezTo>
                  <a:pt x="0" y="455771"/>
                  <a:pt x="90583" y="466853"/>
                  <a:pt x="143742" y="443918"/>
                </a:cubicBezTo>
                <a:cubicBezTo>
                  <a:pt x="186185" y="425603"/>
                  <a:pt x="246840" y="395777"/>
                  <a:pt x="278035" y="325597"/>
                </a:cubicBezTo>
                <a:cubicBezTo>
                  <a:pt x="306991" y="260435"/>
                  <a:pt x="245583" y="77935"/>
                  <a:pt x="170145" y="134930"/>
                </a:cubicBezTo>
                <a:cubicBezTo>
                  <a:pt x="83191" y="200628"/>
                  <a:pt x="221085" y="312227"/>
                  <a:pt x="339852" y="290562"/>
                </a:cubicBezTo>
                <a:cubicBezTo>
                  <a:pt x="425453" y="274949"/>
                  <a:pt x="561670" y="176965"/>
                  <a:pt x="561670" y="0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925560" y="1946160"/>
            <a:ext cx="5170320" cy="7988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4572000" y="1041120"/>
            <a:ext cx="6981480" cy="447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6" name="Google Shape;333;p10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387" name="Google Shape;334;p10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" name="Google Shape;335;p10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" name="Google Shape;336;p10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Google Shape;337;p10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" name="Google Shape;338;p10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" name="Google Shape;339;p10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" name="Google Shape;340;p10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Google Shape;341;p10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5" name="Google Shape;342;p10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6" name="Google Shape;343;p10"/>
          <p:cNvGrpSpPr/>
          <p:nvPr/>
        </p:nvGrpSpPr>
        <p:grpSpPr>
          <a:xfrm>
            <a:off x="9566280" y="452160"/>
            <a:ext cx="2042640" cy="2705760"/>
            <a:chOff x="9566280" y="452160"/>
            <a:chExt cx="2042640" cy="2705760"/>
          </a:xfrm>
        </p:grpSpPr>
        <p:sp>
          <p:nvSpPr>
            <p:cNvPr id="397" name="Google Shape;344;p10"/>
            <p:cNvSpPr/>
            <p:nvPr/>
          </p:nvSpPr>
          <p:spPr>
            <a:xfrm flipV="1" rot="16422000">
              <a:off x="11275560" y="1952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8" name="Google Shape;345;p10"/>
            <p:cNvSpPr/>
            <p:nvPr/>
          </p:nvSpPr>
          <p:spPr>
            <a:xfrm flipV="1" rot="16200000">
              <a:off x="10896480" y="5860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9" name="Google Shape;346;p10"/>
            <p:cNvSpPr/>
            <p:nvPr/>
          </p:nvSpPr>
          <p:spPr>
            <a:xfrm flipV="1" rot="16200000">
              <a:off x="10374840" y="726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Google Shape;347;p10"/>
            <p:cNvSpPr/>
            <p:nvPr/>
          </p:nvSpPr>
          <p:spPr>
            <a:xfrm flipV="1" rot="16200000">
              <a:off x="10839600" y="2751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Google Shape;348;p10"/>
            <p:cNvSpPr/>
            <p:nvPr/>
          </p:nvSpPr>
          <p:spPr>
            <a:xfrm flipV="1" rot="16200000">
              <a:off x="10578960" y="1671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Google Shape;349;p10"/>
            <p:cNvSpPr/>
            <p:nvPr/>
          </p:nvSpPr>
          <p:spPr>
            <a:xfrm flipV="1" rot="16200000">
              <a:off x="11086560" y="44460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3" name="Google Shape;350;p10"/>
            <p:cNvSpPr/>
            <p:nvPr/>
          </p:nvSpPr>
          <p:spPr>
            <a:xfrm flipV="1" rot="16200000">
              <a:off x="11141640" y="279936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4" name="Google Shape;351;p10"/>
            <p:cNvSpPr/>
            <p:nvPr/>
          </p:nvSpPr>
          <p:spPr>
            <a:xfrm flipV="1" rot="16200000">
              <a:off x="9568800" y="118764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Google Shape;352;p10"/>
            <p:cNvSpPr/>
            <p:nvPr/>
          </p:nvSpPr>
          <p:spPr>
            <a:xfrm flipV="1" rot="16200000">
              <a:off x="10324800" y="25012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6" name="Google Shape;353;p10"/>
          <p:cNvGrpSpPr/>
          <p:nvPr/>
        </p:nvGrpSpPr>
        <p:grpSpPr>
          <a:xfrm>
            <a:off x="563400" y="685440"/>
            <a:ext cx="1976040" cy="2107080"/>
            <a:chOff x="563400" y="685440"/>
            <a:chExt cx="1976040" cy="2107080"/>
          </a:xfrm>
        </p:grpSpPr>
        <p:sp>
          <p:nvSpPr>
            <p:cNvPr id="407" name="Google Shape;354;p10"/>
            <p:cNvSpPr/>
            <p:nvPr/>
          </p:nvSpPr>
          <p:spPr>
            <a:xfrm flipH="1">
              <a:off x="1987560" y="142992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Google Shape;355;p10"/>
            <p:cNvSpPr/>
            <p:nvPr/>
          </p:nvSpPr>
          <p:spPr>
            <a:xfrm flipH="1">
              <a:off x="1847520" y="222912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9" name="Google Shape;356;p10"/>
            <p:cNvSpPr/>
            <p:nvPr/>
          </p:nvSpPr>
          <p:spPr>
            <a:xfrm flipH="1">
              <a:off x="563040" y="173448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0" name="Google Shape;357;p10"/>
            <p:cNvSpPr/>
            <p:nvPr/>
          </p:nvSpPr>
          <p:spPr>
            <a:xfrm flipH="1">
              <a:off x="1233000" y="133056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1" name="Google Shape;358;p10"/>
            <p:cNvSpPr/>
            <p:nvPr/>
          </p:nvSpPr>
          <p:spPr>
            <a:xfrm flipH="1">
              <a:off x="563040" y="273600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2" name="Google Shape;359;p10"/>
            <p:cNvSpPr/>
            <p:nvPr/>
          </p:nvSpPr>
          <p:spPr>
            <a:xfrm flipH="1">
              <a:off x="796320" y="1353240"/>
              <a:ext cx="324360" cy="391680"/>
            </a:xfrm>
            <a:custGeom>
              <a:avLst/>
              <a:gdLst>
                <a:gd name="textAreaLeft" fmla="*/ -360 w 324360"/>
                <a:gd name="textAreaRight" fmla="*/ 32436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3" name="Google Shape;360;p10"/>
            <p:cNvSpPr/>
            <p:nvPr/>
          </p:nvSpPr>
          <p:spPr>
            <a:xfrm flipH="1">
              <a:off x="1481040" y="1154520"/>
              <a:ext cx="241560" cy="246960"/>
            </a:xfrm>
            <a:custGeom>
              <a:avLst/>
              <a:gdLst>
                <a:gd name="textAreaLeft" fmla="*/ -360 w 241560"/>
                <a:gd name="textAreaRight" fmla="*/ 24156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4" name="Google Shape;361;p10"/>
            <p:cNvSpPr/>
            <p:nvPr/>
          </p:nvSpPr>
          <p:spPr>
            <a:xfrm flipH="1">
              <a:off x="2283120" y="685440"/>
              <a:ext cx="256320" cy="267480"/>
            </a:xfrm>
            <a:custGeom>
              <a:avLst/>
              <a:gdLst>
                <a:gd name="textAreaLeft" fmla="*/ 360 w 256320"/>
                <a:gd name="textAreaRight" fmla="*/ 25704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5" name="Google Shape;362;p10"/>
          <p:cNvGrpSpPr/>
          <p:nvPr/>
        </p:nvGrpSpPr>
        <p:grpSpPr>
          <a:xfrm>
            <a:off x="439920" y="551520"/>
            <a:ext cx="2099880" cy="3144960"/>
            <a:chOff x="439920" y="551520"/>
            <a:chExt cx="2099880" cy="3144960"/>
          </a:xfrm>
        </p:grpSpPr>
        <p:sp>
          <p:nvSpPr>
            <p:cNvPr id="416" name="Google Shape;363;p10"/>
            <p:cNvSpPr/>
            <p:nvPr/>
          </p:nvSpPr>
          <p:spPr>
            <a:xfrm rot="15977400">
              <a:off x="773640" y="20523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7" name="Google Shape;364;p10"/>
            <p:cNvSpPr/>
            <p:nvPr/>
          </p:nvSpPr>
          <p:spPr>
            <a:xfrm rot="16200000">
              <a:off x="1153080" y="685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8" name="Google Shape;365;p10"/>
            <p:cNvSpPr/>
            <p:nvPr/>
          </p:nvSpPr>
          <p:spPr>
            <a:xfrm rot="16200000">
              <a:off x="1674720" y="8265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9" name="Google Shape;366;p10"/>
            <p:cNvSpPr/>
            <p:nvPr/>
          </p:nvSpPr>
          <p:spPr>
            <a:xfrm rot="16200000">
              <a:off x="1209960" y="28515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Google Shape;367;p10"/>
            <p:cNvSpPr/>
            <p:nvPr/>
          </p:nvSpPr>
          <p:spPr>
            <a:xfrm rot="16200000">
              <a:off x="1470600" y="1770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1" name="Google Shape;368;p10"/>
            <p:cNvSpPr/>
            <p:nvPr/>
          </p:nvSpPr>
          <p:spPr>
            <a:xfrm rot="16200000">
              <a:off x="504360" y="5443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2" name="Google Shape;369;p10"/>
            <p:cNvSpPr/>
            <p:nvPr/>
          </p:nvSpPr>
          <p:spPr>
            <a:xfrm rot="16200000">
              <a:off x="639720" y="289908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Google Shape;370;p10"/>
            <p:cNvSpPr/>
            <p:nvPr/>
          </p:nvSpPr>
          <p:spPr>
            <a:xfrm rot="16200000">
              <a:off x="2295360" y="128736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4" name="Google Shape;371;p10"/>
            <p:cNvSpPr/>
            <p:nvPr/>
          </p:nvSpPr>
          <p:spPr>
            <a:xfrm rot="16200000">
              <a:off x="445320" y="34344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548280" y="1758600"/>
            <a:ext cx="11095200" cy="24426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4" name="Google Shape;252;p8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465" name="Google Shape;253;p8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6" name="Google Shape;254;p8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7" name="Google Shape;255;p8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8" name="Google Shape;256;p8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9" name="Google Shape;257;p8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0" name="Google Shape;258;p8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Google Shape;259;p8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2" name="Google Shape;260;p8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3" name="Google Shape;261;p8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4" name="Google Shape;262;p8"/>
          <p:cNvGrpSpPr/>
          <p:nvPr/>
        </p:nvGrpSpPr>
        <p:grpSpPr>
          <a:xfrm>
            <a:off x="592200" y="3823560"/>
            <a:ext cx="3408480" cy="2510640"/>
            <a:chOff x="592200" y="3823560"/>
            <a:chExt cx="3408480" cy="2510640"/>
          </a:xfrm>
        </p:grpSpPr>
        <p:sp>
          <p:nvSpPr>
            <p:cNvPr id="475" name="Google Shape;263;p8"/>
            <p:cNvSpPr/>
            <p:nvPr/>
          </p:nvSpPr>
          <p:spPr>
            <a:xfrm rot="10800000">
              <a:off x="2198880" y="57380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6" name="Google Shape;264;p8"/>
            <p:cNvSpPr/>
            <p:nvPr/>
          </p:nvSpPr>
          <p:spPr>
            <a:xfrm rot="10800000">
              <a:off x="2895840" y="539496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7" name="Google Shape;265;p8"/>
            <p:cNvSpPr/>
            <p:nvPr/>
          </p:nvSpPr>
          <p:spPr>
            <a:xfrm rot="10800000">
              <a:off x="1094760" y="420984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8" name="Google Shape;266;p8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9" name="Google Shape;267;p8"/>
            <p:cNvSpPr/>
            <p:nvPr/>
          </p:nvSpPr>
          <p:spPr>
            <a:xfrm rot="10800000">
              <a:off x="1812240" y="502992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0" name="Google Shape;268;p8"/>
            <p:cNvSpPr/>
            <p:nvPr/>
          </p:nvSpPr>
          <p:spPr>
            <a:xfrm rot="10800000">
              <a:off x="3401640" y="61405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1" name="Google Shape;269;p8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2" name="Google Shape;270;p8"/>
            <p:cNvSpPr/>
            <p:nvPr/>
          </p:nvSpPr>
          <p:spPr>
            <a:xfrm rot="10800000">
              <a:off x="39459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3" name="Google Shape;271;p8"/>
            <p:cNvSpPr/>
            <p:nvPr/>
          </p:nvSpPr>
          <p:spPr>
            <a:xfrm rot="10800000">
              <a:off x="138204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4" name="Google Shape;272;p8"/>
            <p:cNvSpPr/>
            <p:nvPr/>
          </p:nvSpPr>
          <p:spPr>
            <a:xfrm rot="10800000">
              <a:off x="69048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Google Shape;273;p8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86" name="Google Shape;274;p8"/>
          <p:cNvSpPr/>
          <p:nvPr/>
        </p:nvSpPr>
        <p:spPr>
          <a:xfrm flipH="1" rot="544800">
            <a:off x="135000" y="-62640"/>
            <a:ext cx="775440" cy="1784880"/>
          </a:xfrm>
          <a:custGeom>
            <a:avLst/>
            <a:gdLst>
              <a:gd name="textAreaLeft" fmla="*/ 360 w 775440"/>
              <a:gd name="textAreaRight" fmla="*/ 77616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7" name="Google Shape;275;p8"/>
          <p:cNvGrpSpPr/>
          <p:nvPr/>
        </p:nvGrpSpPr>
        <p:grpSpPr>
          <a:xfrm>
            <a:off x="7302600" y="452160"/>
            <a:ext cx="2107080" cy="1976400"/>
            <a:chOff x="7302600" y="452160"/>
            <a:chExt cx="2107080" cy="1976400"/>
          </a:xfrm>
        </p:grpSpPr>
        <p:sp>
          <p:nvSpPr>
            <p:cNvPr id="488" name="Google Shape;276;p8"/>
            <p:cNvSpPr/>
            <p:nvPr/>
          </p:nvSpPr>
          <p:spPr>
            <a:xfrm flipV="1" rot="16200000">
              <a:off x="8608680" y="18766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9" name="Google Shape;277;p8"/>
            <p:cNvSpPr/>
            <p:nvPr/>
          </p:nvSpPr>
          <p:spPr>
            <a:xfrm flipV="1" rot="16200000">
              <a:off x="7809480" y="1736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0" name="Google Shape;278;p8"/>
            <p:cNvSpPr/>
            <p:nvPr/>
          </p:nvSpPr>
          <p:spPr>
            <a:xfrm flipV="1" rot="16200000">
              <a:off x="830412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1" name="Google Shape;279;p8"/>
            <p:cNvSpPr/>
            <p:nvPr/>
          </p:nvSpPr>
          <p:spPr>
            <a:xfrm flipV="1" rot="16200000">
              <a:off x="8708040" y="1122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2" name="Google Shape;280;p8"/>
            <p:cNvSpPr/>
            <p:nvPr/>
          </p:nvSpPr>
          <p:spPr>
            <a:xfrm flipV="1" rot="16200000">
              <a:off x="730260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3" name="Google Shape;281;p8"/>
            <p:cNvSpPr/>
            <p:nvPr/>
          </p:nvSpPr>
          <p:spPr>
            <a:xfrm flipV="1" rot="16200000">
              <a:off x="7529400" y="95004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Google Shape;282;p8"/>
            <p:cNvSpPr/>
            <p:nvPr/>
          </p:nvSpPr>
          <p:spPr>
            <a:xfrm flipV="1" rot="16200000">
              <a:off x="8383680" y="651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5" name="Google Shape;283;p8"/>
            <p:cNvSpPr/>
            <p:nvPr/>
          </p:nvSpPr>
          <p:spPr>
            <a:xfrm flipV="1" rot="16200000">
              <a:off x="8696160" y="136692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6" name="Google Shape;284;p8"/>
            <p:cNvSpPr/>
            <p:nvPr/>
          </p:nvSpPr>
          <p:spPr>
            <a:xfrm flipV="1" rot="16200000">
              <a:off x="9147600" y="21664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7" name="Google Shape;285;p8"/>
          <p:cNvGrpSpPr/>
          <p:nvPr/>
        </p:nvGrpSpPr>
        <p:grpSpPr>
          <a:xfrm>
            <a:off x="4830840" y="4570200"/>
            <a:ext cx="2530080" cy="1990080"/>
            <a:chOff x="4830840" y="4570200"/>
            <a:chExt cx="2530080" cy="1990080"/>
          </a:xfrm>
        </p:grpSpPr>
        <p:sp>
          <p:nvSpPr>
            <p:cNvPr id="498" name="Google Shape;286;p8"/>
            <p:cNvSpPr/>
            <p:nvPr/>
          </p:nvSpPr>
          <p:spPr>
            <a:xfrm>
              <a:off x="5368320" y="5504400"/>
              <a:ext cx="1458360" cy="1055520"/>
            </a:xfrm>
            <a:custGeom>
              <a:avLst/>
              <a:gdLst>
                <a:gd name="textAreaLeft" fmla="*/ 0 w 1458360"/>
                <a:gd name="textAreaRight" fmla="*/ 1458720 w 1458360"/>
                <a:gd name="textAreaTop" fmla="*/ 0 h 1055520"/>
                <a:gd name="textAreaBottom" fmla="*/ 1055880 h 1055520"/>
              </a:gdLst>
              <a:ahLst/>
              <a:rect l="textAreaLeft" t="textAreaTop" r="textAreaRight" b="textAreaBottom"/>
              <a:pathLst>
                <a:path w="919896" h="665944">
                  <a:moveTo>
                    <a:pt x="0" y="665716"/>
                  </a:moveTo>
                  <a:cubicBezTo>
                    <a:pt x="0" y="665716"/>
                    <a:pt x="16711" y="4528"/>
                    <a:pt x="398441" y="33"/>
                  </a:cubicBezTo>
                  <a:cubicBezTo>
                    <a:pt x="857232" y="-5378"/>
                    <a:pt x="919897" y="665944"/>
                    <a:pt x="919897" y="665944"/>
                  </a:cubicBezTo>
                  <a:lnTo>
                    <a:pt x="647206" y="665944"/>
                  </a:lnTo>
                  <a:cubicBezTo>
                    <a:pt x="647206" y="665944"/>
                    <a:pt x="620517" y="366974"/>
                    <a:pt x="448876" y="384471"/>
                  </a:cubicBezTo>
                  <a:cubicBezTo>
                    <a:pt x="290323" y="400644"/>
                    <a:pt x="295371" y="665944"/>
                    <a:pt x="295371" y="665944"/>
                  </a:cubicBezTo>
                  <a:lnTo>
                    <a:pt x="0" y="66571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Google Shape;287;p8"/>
            <p:cNvSpPr/>
            <p:nvPr/>
          </p:nvSpPr>
          <p:spPr>
            <a:xfrm>
              <a:off x="5222880" y="5011560"/>
              <a:ext cx="1809360" cy="1548720"/>
            </a:xfrm>
            <a:custGeom>
              <a:avLst/>
              <a:gdLst>
                <a:gd name="textAreaLeft" fmla="*/ 0 w 1809360"/>
                <a:gd name="textAreaRight" fmla="*/ 1809720 w 1809360"/>
                <a:gd name="textAreaTop" fmla="*/ 0 h 1548720"/>
                <a:gd name="textAreaBottom" fmla="*/ 1549080 h 1548720"/>
              </a:gdLst>
              <a:ahLst/>
              <a:rect l="textAreaLeft" t="textAreaTop" r="textAreaRight" b="textAreaBottom"/>
              <a:pathLst>
                <a:path w="1141262" h="976967">
                  <a:moveTo>
                    <a:pt x="315" y="976635"/>
                  </a:moveTo>
                  <a:cubicBezTo>
                    <a:pt x="315" y="976635"/>
                    <a:pt x="-29858" y="18677"/>
                    <a:pt x="500173" y="236"/>
                  </a:cubicBezTo>
                  <a:cubicBezTo>
                    <a:pt x="1011627" y="-17566"/>
                    <a:pt x="1141263" y="976968"/>
                    <a:pt x="1141263" y="976968"/>
                  </a:cubicBezTo>
                  <a:lnTo>
                    <a:pt x="994063" y="976968"/>
                  </a:lnTo>
                  <a:cubicBezTo>
                    <a:pt x="994063" y="976968"/>
                    <a:pt x="924093" y="311790"/>
                    <a:pt x="500687" y="335592"/>
                  </a:cubicBezTo>
                  <a:cubicBezTo>
                    <a:pt x="118654" y="357071"/>
                    <a:pt x="120803" y="976968"/>
                    <a:pt x="120803" y="976968"/>
                  </a:cubicBezTo>
                  <a:lnTo>
                    <a:pt x="315" y="9766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0" name="Google Shape;288;p8"/>
            <p:cNvSpPr/>
            <p:nvPr/>
          </p:nvSpPr>
          <p:spPr>
            <a:xfrm>
              <a:off x="4830840" y="4570200"/>
              <a:ext cx="2530080" cy="1990080"/>
            </a:xfrm>
            <a:custGeom>
              <a:avLst/>
              <a:gdLst>
                <a:gd name="textAreaLeft" fmla="*/ 0 w 2530080"/>
                <a:gd name="textAreaRight" fmla="*/ 2530440 w 2530080"/>
                <a:gd name="textAreaTop" fmla="*/ 0 h 1990080"/>
                <a:gd name="textAreaBottom" fmla="*/ 1990440 h 1990080"/>
              </a:gdLst>
              <a:ahLst/>
              <a:rect l="textAreaLeft" t="textAreaTop" r="textAreaRight" b="textAreaBottom"/>
              <a:pathLst>
                <a:path w="1595854" h="1255359">
                  <a:moveTo>
                    <a:pt x="2900" y="1254931"/>
                  </a:moveTo>
                  <a:cubicBezTo>
                    <a:pt x="2900" y="1254931"/>
                    <a:pt x="-85447" y="32788"/>
                    <a:pt x="713173" y="660"/>
                  </a:cubicBezTo>
                  <a:cubicBezTo>
                    <a:pt x="1557764" y="-33316"/>
                    <a:pt x="1595855" y="1255360"/>
                    <a:pt x="1595855" y="1255360"/>
                  </a:cubicBezTo>
                  <a:lnTo>
                    <a:pt x="1388677" y="1255360"/>
                  </a:lnTo>
                  <a:cubicBezTo>
                    <a:pt x="1388677" y="1255360"/>
                    <a:pt x="1229447" y="268579"/>
                    <a:pt x="747587" y="299478"/>
                  </a:cubicBezTo>
                  <a:cubicBezTo>
                    <a:pt x="217519" y="333464"/>
                    <a:pt x="251995" y="1255360"/>
                    <a:pt x="251995" y="1255360"/>
                  </a:cubicBezTo>
                  <a:lnTo>
                    <a:pt x="2900" y="125493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873360" y="836280"/>
            <a:ext cx="1055160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1467720" y="1957320"/>
            <a:ext cx="4351320" cy="38174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body"/>
          </p:nvPr>
        </p:nvSpPr>
        <p:spPr>
          <a:xfrm>
            <a:off x="6372360" y="1942920"/>
            <a:ext cx="4351680" cy="38174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3" name="Google Shape;170;p6"/>
          <p:cNvGrpSpPr/>
          <p:nvPr/>
        </p:nvGrpSpPr>
        <p:grpSpPr>
          <a:xfrm>
            <a:off x="286560" y="586800"/>
            <a:ext cx="2338920" cy="4066560"/>
            <a:chOff x="286560" y="586800"/>
            <a:chExt cx="2338920" cy="4066560"/>
          </a:xfrm>
        </p:grpSpPr>
        <p:sp>
          <p:nvSpPr>
            <p:cNvPr id="544" name="Google Shape;171;p6"/>
            <p:cNvSpPr/>
            <p:nvPr/>
          </p:nvSpPr>
          <p:spPr>
            <a:xfrm flipH="1">
              <a:off x="2073600" y="133164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Google Shape;172;p6"/>
            <p:cNvSpPr/>
            <p:nvPr/>
          </p:nvSpPr>
          <p:spPr>
            <a:xfrm flipH="1">
              <a:off x="1933200" y="213048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6" name="Google Shape;173;p6"/>
            <p:cNvSpPr/>
            <p:nvPr/>
          </p:nvSpPr>
          <p:spPr>
            <a:xfrm flipH="1">
              <a:off x="648720" y="163584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7" name="Google Shape;174;p6"/>
            <p:cNvSpPr/>
            <p:nvPr/>
          </p:nvSpPr>
          <p:spPr>
            <a:xfrm flipH="1">
              <a:off x="1319040" y="123192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Google Shape;175;p6"/>
            <p:cNvSpPr/>
            <p:nvPr/>
          </p:nvSpPr>
          <p:spPr>
            <a:xfrm flipH="1">
              <a:off x="648720" y="263772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9" name="Google Shape;176;p6"/>
            <p:cNvSpPr/>
            <p:nvPr/>
          </p:nvSpPr>
          <p:spPr>
            <a:xfrm flipH="1">
              <a:off x="286200" y="3422520"/>
              <a:ext cx="515160" cy="529560"/>
            </a:xfrm>
            <a:custGeom>
              <a:avLst/>
              <a:gdLst>
                <a:gd name="textAreaLeft" fmla="*/ -360 w 515160"/>
                <a:gd name="textAreaRight" fmla="*/ 51516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0" name="Google Shape;177;p6"/>
            <p:cNvSpPr/>
            <p:nvPr/>
          </p:nvSpPr>
          <p:spPr>
            <a:xfrm flipH="1">
              <a:off x="802080" y="4261680"/>
              <a:ext cx="324360" cy="391680"/>
            </a:xfrm>
            <a:custGeom>
              <a:avLst/>
              <a:gdLst>
                <a:gd name="textAreaLeft" fmla="*/ -360 w 324360"/>
                <a:gd name="textAreaRight" fmla="*/ 32436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1" name="Google Shape;178;p6"/>
            <p:cNvSpPr/>
            <p:nvPr/>
          </p:nvSpPr>
          <p:spPr>
            <a:xfrm flipH="1">
              <a:off x="338760" y="1041480"/>
              <a:ext cx="241560" cy="246960"/>
            </a:xfrm>
            <a:custGeom>
              <a:avLst/>
              <a:gdLst>
                <a:gd name="textAreaLeft" fmla="*/ -360 w 241560"/>
                <a:gd name="textAreaRight" fmla="*/ 24156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2" name="Google Shape;179;p6"/>
            <p:cNvSpPr/>
            <p:nvPr/>
          </p:nvSpPr>
          <p:spPr>
            <a:xfrm flipH="1">
              <a:off x="2369160" y="586800"/>
              <a:ext cx="256320" cy="267480"/>
            </a:xfrm>
            <a:custGeom>
              <a:avLst/>
              <a:gdLst>
                <a:gd name="textAreaLeft" fmla="*/ 360 w 256320"/>
                <a:gd name="textAreaRight" fmla="*/ 25704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3" name="Google Shape;180;p6"/>
          <p:cNvGrpSpPr/>
          <p:nvPr/>
        </p:nvGrpSpPr>
        <p:grpSpPr>
          <a:xfrm>
            <a:off x="9910800" y="3237840"/>
            <a:ext cx="1939680" cy="3278880"/>
            <a:chOff x="9910800" y="3237840"/>
            <a:chExt cx="1939680" cy="3278880"/>
          </a:xfrm>
        </p:grpSpPr>
        <p:sp>
          <p:nvSpPr>
            <p:cNvPr id="554" name="Google Shape;181;p6"/>
            <p:cNvSpPr/>
            <p:nvPr/>
          </p:nvSpPr>
          <p:spPr>
            <a:xfrm flipV="1">
              <a:off x="9910800" y="573768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360 h 596160"/>
                <a:gd name="textAreaBottom" fmla="*/ 59688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5" name="Google Shape;182;p6"/>
            <p:cNvSpPr/>
            <p:nvPr/>
          </p:nvSpPr>
          <p:spPr>
            <a:xfrm flipV="1">
              <a:off x="11446920" y="605952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360 h 457200"/>
                <a:gd name="textAreaBottom" fmla="*/ 45792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6" name="Google Shape;183;p6"/>
            <p:cNvSpPr/>
            <p:nvPr/>
          </p:nvSpPr>
          <p:spPr>
            <a:xfrm flipV="1">
              <a:off x="11222640" y="323748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-360 h 611640"/>
                <a:gd name="textAreaBottom" fmla="*/ 61164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Google Shape;184;p6"/>
            <p:cNvSpPr/>
            <p:nvPr/>
          </p:nvSpPr>
          <p:spPr>
            <a:xfrm flipV="1">
              <a:off x="112590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360 h 392400"/>
                <a:gd name="textAreaBottom" fmla="*/ 39312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Google Shape;185;p6"/>
            <p:cNvSpPr/>
            <p:nvPr/>
          </p:nvSpPr>
          <p:spPr>
            <a:xfrm flipV="1">
              <a:off x="10810080" y="453888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-360 h 349560"/>
                <a:gd name="textAreaBottom" fmla="*/ 34956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9" name="Google Shape;186;p6"/>
            <p:cNvSpPr/>
            <p:nvPr/>
          </p:nvSpPr>
          <p:spPr>
            <a:xfrm flipV="1">
              <a:off x="11070000" y="61124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Google Shape;187;p6"/>
            <p:cNvSpPr/>
            <p:nvPr/>
          </p:nvSpPr>
          <p:spPr>
            <a:xfrm flipV="1">
              <a:off x="10921680" y="52347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1" name="Google Shape;188;p6"/>
            <p:cNvSpPr/>
            <p:nvPr/>
          </p:nvSpPr>
          <p:spPr>
            <a:xfrm flipV="1">
              <a:off x="10253160" y="48502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Google Shape;189;p6"/>
            <p:cNvSpPr/>
            <p:nvPr/>
          </p:nvSpPr>
          <p:spPr>
            <a:xfrm flipV="1">
              <a:off x="1075500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3" name="Google Shape;190;p6"/>
            <p:cNvSpPr/>
            <p:nvPr/>
          </p:nvSpPr>
          <p:spPr>
            <a:xfrm flipV="1">
              <a:off x="1144692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4" name="Google Shape;191;p6"/>
            <p:cNvSpPr/>
            <p:nvPr/>
          </p:nvSpPr>
          <p:spPr>
            <a:xfrm flipV="1">
              <a:off x="10680840" y="58957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5" name="Google Shape;192;p6"/>
          <p:cNvGrpSpPr/>
          <p:nvPr/>
        </p:nvGrpSpPr>
        <p:grpSpPr>
          <a:xfrm>
            <a:off x="382680" y="408600"/>
            <a:ext cx="4506840" cy="3223080"/>
            <a:chOff x="382680" y="408600"/>
            <a:chExt cx="4506840" cy="3223080"/>
          </a:xfrm>
        </p:grpSpPr>
        <p:sp>
          <p:nvSpPr>
            <p:cNvPr id="566" name="Google Shape;193;p6"/>
            <p:cNvSpPr/>
            <p:nvPr/>
          </p:nvSpPr>
          <p:spPr>
            <a:xfrm rot="16200000">
              <a:off x="3526920" y="18777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7" name="Google Shape;194;p6"/>
            <p:cNvSpPr/>
            <p:nvPr/>
          </p:nvSpPr>
          <p:spPr>
            <a:xfrm rot="16200000">
              <a:off x="4326120" y="17373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8" name="Google Shape;195;p6"/>
            <p:cNvSpPr/>
            <p:nvPr/>
          </p:nvSpPr>
          <p:spPr>
            <a:xfrm rot="16200000">
              <a:off x="3831480" y="452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9" name="Google Shape;196;p6"/>
            <p:cNvSpPr/>
            <p:nvPr/>
          </p:nvSpPr>
          <p:spPr>
            <a:xfrm rot="16200000">
              <a:off x="3427560" y="1122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0" name="Google Shape;197;p6"/>
            <p:cNvSpPr/>
            <p:nvPr/>
          </p:nvSpPr>
          <p:spPr>
            <a:xfrm rot="16200000">
              <a:off x="4833000" y="452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1" name="Google Shape;198;p6"/>
            <p:cNvSpPr/>
            <p:nvPr/>
          </p:nvSpPr>
          <p:spPr>
            <a:xfrm rot="16200000">
              <a:off x="588240" y="40140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2" name="Google Shape;199;p6"/>
            <p:cNvSpPr/>
            <p:nvPr/>
          </p:nvSpPr>
          <p:spPr>
            <a:xfrm rot="16200000">
              <a:off x="416160" y="19008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Google Shape;200;p6"/>
            <p:cNvSpPr/>
            <p:nvPr/>
          </p:nvSpPr>
          <p:spPr>
            <a:xfrm rot="16200000">
              <a:off x="875880" y="338724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4" name="Google Shape;201;p6"/>
            <p:cNvSpPr/>
            <p:nvPr/>
          </p:nvSpPr>
          <p:spPr>
            <a:xfrm rot="16200000">
              <a:off x="1232640" y="173196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5" name="Google Shape;202;p6"/>
          <p:cNvSpPr/>
          <p:nvPr/>
        </p:nvSpPr>
        <p:spPr>
          <a:xfrm>
            <a:off x="0" y="4761000"/>
            <a:ext cx="5963760" cy="2096280"/>
          </a:xfrm>
          <a:custGeom>
            <a:avLst/>
            <a:gdLst>
              <a:gd name="textAreaLeft" fmla="*/ 0 w 5963760"/>
              <a:gd name="textAreaRight" fmla="*/ 5964120 w 5963760"/>
              <a:gd name="textAreaTop" fmla="*/ 0 h 2096280"/>
              <a:gd name="textAreaBottom" fmla="*/ 2096640 h 2096280"/>
            </a:gdLst>
            <a:ahLst/>
            <a:rect l="textAreaLeft" t="textAreaTop" r="textAreaRight" b="textAreaBottom"/>
            <a:pathLst>
              <a:path w="1920801" h="898844">
                <a:moveTo>
                  <a:pt x="0" y="349471"/>
                </a:moveTo>
                <a:cubicBezTo>
                  <a:pt x="0" y="349471"/>
                  <a:pt x="207416" y="73779"/>
                  <a:pt x="337823" y="8133"/>
                </a:cubicBezTo>
                <a:cubicBezTo>
                  <a:pt x="481708" y="-64305"/>
                  <a:pt x="638213" y="370845"/>
                  <a:pt x="787184" y="375769"/>
                </a:cubicBezTo>
                <a:cubicBezTo>
                  <a:pt x="970131" y="381808"/>
                  <a:pt x="984704" y="288606"/>
                  <a:pt x="1119664" y="340031"/>
                </a:cubicBezTo>
                <a:cubicBezTo>
                  <a:pt x="1194311" y="368473"/>
                  <a:pt x="1293057" y="574842"/>
                  <a:pt x="1379134" y="610865"/>
                </a:cubicBezTo>
                <a:cubicBezTo>
                  <a:pt x="1521828" y="670568"/>
                  <a:pt x="1554223" y="563498"/>
                  <a:pt x="1666437" y="640679"/>
                </a:cubicBezTo>
                <a:cubicBezTo>
                  <a:pt x="1763868" y="707687"/>
                  <a:pt x="1920802" y="898844"/>
                  <a:pt x="1920802" y="898844"/>
                </a:cubicBezTo>
                <a:lnTo>
                  <a:pt x="12382" y="888043"/>
                </a:lnTo>
                <a:lnTo>
                  <a:pt x="0" y="349471"/>
                </a:lnTo>
                <a:close/>
              </a:path>
            </a:pathLst>
          </a:cu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Google Shape;203;p6"/>
          <p:cNvSpPr/>
          <p:nvPr/>
        </p:nvSpPr>
        <p:spPr>
          <a:xfrm>
            <a:off x="0" y="5421600"/>
            <a:ext cx="5173920" cy="1435680"/>
          </a:xfrm>
          <a:custGeom>
            <a:avLst/>
            <a:gdLst>
              <a:gd name="textAreaLeft" fmla="*/ 0 w 5173920"/>
              <a:gd name="textAreaRight" fmla="*/ 5174280 w 5173920"/>
              <a:gd name="textAreaTop" fmla="*/ 0 h 1435680"/>
              <a:gd name="textAreaBottom" fmla="*/ 1436040 h 1435680"/>
            </a:gdLst>
            <a:ahLst/>
            <a:rect l="textAreaLeft" t="textAreaTop" r="textAreaRight" b="textAreaBottom"/>
            <a:pathLst>
              <a:path w="1666436" h="615694">
                <a:moveTo>
                  <a:pt x="0" y="239380"/>
                </a:moveTo>
                <a:cubicBezTo>
                  <a:pt x="0" y="239380"/>
                  <a:pt x="179946" y="50538"/>
                  <a:pt x="293084" y="5570"/>
                </a:cubicBezTo>
                <a:cubicBezTo>
                  <a:pt x="417909" y="-44046"/>
                  <a:pt x="553698" y="254030"/>
                  <a:pt x="682943" y="257392"/>
                </a:cubicBezTo>
                <a:cubicBezTo>
                  <a:pt x="841657" y="261535"/>
                  <a:pt x="854307" y="197689"/>
                  <a:pt x="971388" y="232922"/>
                </a:cubicBezTo>
                <a:cubicBezTo>
                  <a:pt x="1036148" y="252401"/>
                  <a:pt x="1121826" y="393762"/>
                  <a:pt x="1196492" y="418431"/>
                </a:cubicBezTo>
                <a:cubicBezTo>
                  <a:pt x="1320299" y="459331"/>
                  <a:pt x="1348397" y="385989"/>
                  <a:pt x="1445752" y="438853"/>
                </a:cubicBezTo>
                <a:cubicBezTo>
                  <a:pt x="1530277" y="484754"/>
                  <a:pt x="1666437" y="615694"/>
                  <a:pt x="1666437" y="615694"/>
                </a:cubicBezTo>
                <a:lnTo>
                  <a:pt x="10744" y="608293"/>
                </a:lnTo>
                <a:lnTo>
                  <a:pt x="0" y="23938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Google Shape;204;p6"/>
          <p:cNvSpPr/>
          <p:nvPr/>
        </p:nvSpPr>
        <p:spPr>
          <a:xfrm>
            <a:off x="0" y="5999400"/>
            <a:ext cx="3925080" cy="858240"/>
          </a:xfrm>
          <a:custGeom>
            <a:avLst/>
            <a:gdLst>
              <a:gd name="textAreaLeft" fmla="*/ 0 w 3925080"/>
              <a:gd name="textAreaRight" fmla="*/ 3925440 w 3925080"/>
              <a:gd name="textAreaTop" fmla="*/ 0 h 858240"/>
              <a:gd name="textAreaBottom" fmla="*/ 858600 h 858240"/>
            </a:gdLst>
            <a:ahLst/>
            <a:rect l="textAreaLeft" t="textAreaTop" r="textAreaRight" b="textAreaBottom"/>
            <a:pathLst>
              <a:path w="1264253" h="368136">
                <a:moveTo>
                  <a:pt x="0" y="143137"/>
                </a:moveTo>
                <a:cubicBezTo>
                  <a:pt x="0" y="143137"/>
                  <a:pt x="136522" y="30219"/>
                  <a:pt x="222352" y="3329"/>
                </a:cubicBezTo>
                <a:cubicBezTo>
                  <a:pt x="317049" y="-26332"/>
                  <a:pt x="420071" y="151891"/>
                  <a:pt x="518122" y="153900"/>
                </a:cubicBezTo>
                <a:cubicBezTo>
                  <a:pt x="638527" y="156377"/>
                  <a:pt x="648128" y="118201"/>
                  <a:pt x="736949" y="139270"/>
                </a:cubicBezTo>
                <a:cubicBezTo>
                  <a:pt x="786079" y="150919"/>
                  <a:pt x="851078" y="235434"/>
                  <a:pt x="907732" y="250189"/>
                </a:cubicBezTo>
                <a:cubicBezTo>
                  <a:pt x="1001659" y="274649"/>
                  <a:pt x="1022975" y="230786"/>
                  <a:pt x="1096833" y="262400"/>
                </a:cubicBezTo>
                <a:cubicBezTo>
                  <a:pt x="1160955" y="289851"/>
                  <a:pt x="1264253" y="368137"/>
                  <a:pt x="1264253" y="368137"/>
                </a:cubicBezTo>
                <a:lnTo>
                  <a:pt x="8154" y="363717"/>
                </a:lnTo>
                <a:lnTo>
                  <a:pt x="0" y="143137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Google Shape;205;p6"/>
          <p:cNvSpPr/>
          <p:nvPr/>
        </p:nvSpPr>
        <p:spPr>
          <a:xfrm flipH="1">
            <a:off x="10885320" y="5760"/>
            <a:ext cx="1305720" cy="1230120"/>
          </a:xfrm>
          <a:custGeom>
            <a:avLst/>
            <a:gdLst>
              <a:gd name="textAreaLeft" fmla="*/ -360 w 1305720"/>
              <a:gd name="textAreaRight" fmla="*/ 1305720 w 1305720"/>
              <a:gd name="textAreaTop" fmla="*/ 0 h 1230120"/>
              <a:gd name="textAreaBottom" fmla="*/ 1230480 h 1230120"/>
            </a:gdLst>
            <a:ahLst/>
            <a:rect l="textAreaLeft" t="textAreaTop" r="textAreaRight" b="textAreaBottom"/>
            <a:pathLst>
              <a:path w="475774" h="447863">
                <a:moveTo>
                  <a:pt x="0" y="416495"/>
                </a:moveTo>
                <a:cubicBezTo>
                  <a:pt x="0" y="416495"/>
                  <a:pt x="81277" y="462992"/>
                  <a:pt x="154810" y="442766"/>
                </a:cubicBezTo>
                <a:cubicBezTo>
                  <a:pt x="228352" y="422539"/>
                  <a:pt x="243421" y="363254"/>
                  <a:pt x="258594" y="322086"/>
                </a:cubicBezTo>
                <a:cubicBezTo>
                  <a:pt x="289465" y="238338"/>
                  <a:pt x="210255" y="72066"/>
                  <a:pt x="156953" y="133146"/>
                </a:cubicBezTo>
                <a:cubicBezTo>
                  <a:pt x="103661" y="194226"/>
                  <a:pt x="287865" y="282394"/>
                  <a:pt x="355730" y="270378"/>
                </a:cubicBezTo>
                <a:cubicBezTo>
                  <a:pt x="522037" y="240932"/>
                  <a:pt x="467068" y="0"/>
                  <a:pt x="467068" y="0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Google Shape;206;p6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1189080" y="669600"/>
            <a:ext cx="970704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1189080" y="4129200"/>
            <a:ext cx="2658600" cy="16639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body"/>
          </p:nvPr>
        </p:nvSpPr>
        <p:spPr>
          <a:xfrm>
            <a:off x="4713480" y="4129200"/>
            <a:ext cx="2658600" cy="16603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4"/>
          <p:cNvSpPr>
            <a:spLocks noGrp="1"/>
          </p:cNvSpPr>
          <p:nvPr>
            <p:ph type="body"/>
          </p:nvPr>
        </p:nvSpPr>
        <p:spPr>
          <a:xfrm>
            <a:off x="8237520" y="4129200"/>
            <a:ext cx="2658600" cy="16603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7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22" name="Google Shape;297;p9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623" name="Google Shape;298;p9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Google Shape;299;p9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5" name="Google Shape;300;p9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6" name="Google Shape;301;p9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7" name="Google Shape;302;p9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8" name="Google Shape;303;p9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9" name="Google Shape;304;p9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0" name="Google Shape;305;p9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1" name="Google Shape;306;p9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2" name="Google Shape;307;p9"/>
          <p:cNvGrpSpPr/>
          <p:nvPr/>
        </p:nvGrpSpPr>
        <p:grpSpPr>
          <a:xfrm>
            <a:off x="466560" y="1502640"/>
            <a:ext cx="1049760" cy="4448160"/>
            <a:chOff x="466560" y="1502640"/>
            <a:chExt cx="1049760" cy="4448160"/>
          </a:xfrm>
        </p:grpSpPr>
        <p:sp>
          <p:nvSpPr>
            <p:cNvPr id="633" name="Google Shape;308;p9"/>
            <p:cNvSpPr/>
            <p:nvPr/>
          </p:nvSpPr>
          <p:spPr>
            <a:xfrm rot="10800000">
              <a:off x="969840" y="220032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4" name="Google Shape;309;p9"/>
            <p:cNvSpPr/>
            <p:nvPr/>
          </p:nvSpPr>
          <p:spPr>
            <a:xfrm rot="10800000">
              <a:off x="560880" y="150264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5" name="Google Shape;310;p9"/>
            <p:cNvSpPr/>
            <p:nvPr/>
          </p:nvSpPr>
          <p:spPr>
            <a:xfrm rot="10800000">
              <a:off x="466560" y="286956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6" name="Google Shape;311;p9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7" name="Google Shape;312;p9"/>
            <p:cNvSpPr/>
            <p:nvPr/>
          </p:nvSpPr>
          <p:spPr>
            <a:xfrm rot="10800000">
              <a:off x="933120" y="377964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8" name="Google Shape;313;p9"/>
            <p:cNvSpPr/>
            <p:nvPr/>
          </p:nvSpPr>
          <p:spPr>
            <a:xfrm rot="10800000">
              <a:off x="1327320" y="17038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9" name="Google Shape;314;p9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0" name="Google Shape;315;p9"/>
            <p:cNvSpPr/>
            <p:nvPr/>
          </p:nvSpPr>
          <p:spPr>
            <a:xfrm rot="10800000">
              <a:off x="690480" y="227880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1" name="Google Shape;316;p9"/>
            <p:cNvSpPr/>
            <p:nvPr/>
          </p:nvSpPr>
          <p:spPr>
            <a:xfrm rot="10800000">
              <a:off x="138204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2" name="Google Shape;317;p9"/>
            <p:cNvSpPr/>
            <p:nvPr/>
          </p:nvSpPr>
          <p:spPr>
            <a:xfrm rot="10800000">
              <a:off x="69048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3" name="Google Shape;318;p9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4" name="Google Shape;319;p9"/>
          <p:cNvGrpSpPr/>
          <p:nvPr/>
        </p:nvGrpSpPr>
        <p:grpSpPr>
          <a:xfrm>
            <a:off x="9566280" y="452160"/>
            <a:ext cx="2042640" cy="2705760"/>
            <a:chOff x="9566280" y="452160"/>
            <a:chExt cx="2042640" cy="2705760"/>
          </a:xfrm>
        </p:grpSpPr>
        <p:sp>
          <p:nvSpPr>
            <p:cNvPr id="645" name="Google Shape;320;p9"/>
            <p:cNvSpPr/>
            <p:nvPr/>
          </p:nvSpPr>
          <p:spPr>
            <a:xfrm flipV="1" rot="16422000">
              <a:off x="11275560" y="1952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6" name="Google Shape;321;p9"/>
            <p:cNvSpPr/>
            <p:nvPr/>
          </p:nvSpPr>
          <p:spPr>
            <a:xfrm flipV="1" rot="16200000">
              <a:off x="10896480" y="5860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7" name="Google Shape;322;p9"/>
            <p:cNvSpPr/>
            <p:nvPr/>
          </p:nvSpPr>
          <p:spPr>
            <a:xfrm flipV="1" rot="16200000">
              <a:off x="10374840" y="726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8" name="Google Shape;323;p9"/>
            <p:cNvSpPr/>
            <p:nvPr/>
          </p:nvSpPr>
          <p:spPr>
            <a:xfrm flipV="1" rot="16200000">
              <a:off x="10839600" y="2751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9" name="Google Shape;324;p9"/>
            <p:cNvSpPr/>
            <p:nvPr/>
          </p:nvSpPr>
          <p:spPr>
            <a:xfrm flipV="1" rot="16200000">
              <a:off x="10578960" y="1671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0" name="Google Shape;325;p9"/>
            <p:cNvSpPr/>
            <p:nvPr/>
          </p:nvSpPr>
          <p:spPr>
            <a:xfrm flipV="1" rot="16200000">
              <a:off x="11086560" y="44460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1" name="Google Shape;326;p9"/>
            <p:cNvSpPr/>
            <p:nvPr/>
          </p:nvSpPr>
          <p:spPr>
            <a:xfrm flipV="1" rot="16200000">
              <a:off x="11141640" y="279936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2" name="Google Shape;327;p9"/>
            <p:cNvSpPr/>
            <p:nvPr/>
          </p:nvSpPr>
          <p:spPr>
            <a:xfrm flipV="1" rot="16200000">
              <a:off x="9568800" y="118764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3" name="Google Shape;328;p9"/>
            <p:cNvSpPr/>
            <p:nvPr/>
          </p:nvSpPr>
          <p:spPr>
            <a:xfrm flipV="1" rot="16200000">
              <a:off x="10324800" y="25012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415440" y="97452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415440" y="3238560"/>
            <a:ext cx="1997280" cy="23299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body"/>
          </p:nvPr>
        </p:nvSpPr>
        <p:spPr>
          <a:xfrm>
            <a:off x="2775240" y="3238560"/>
            <a:ext cx="1997280" cy="23299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4"/>
          <p:cNvSpPr>
            <a:spLocks noGrp="1"/>
          </p:cNvSpPr>
          <p:nvPr>
            <p:ph type="body"/>
          </p:nvPr>
        </p:nvSpPr>
        <p:spPr>
          <a:xfrm>
            <a:off x="5135040" y="3238560"/>
            <a:ext cx="1997280" cy="23299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PlaceHolder 5"/>
          <p:cNvSpPr>
            <a:spLocks noGrp="1"/>
          </p:cNvSpPr>
          <p:nvPr>
            <p:ph type="body"/>
          </p:nvPr>
        </p:nvSpPr>
        <p:spPr>
          <a:xfrm>
            <a:off x="7494840" y="3238560"/>
            <a:ext cx="1997280" cy="23299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6"/>
          <p:cNvSpPr>
            <a:spLocks noGrp="1"/>
          </p:cNvSpPr>
          <p:nvPr>
            <p:ph type="body"/>
          </p:nvPr>
        </p:nvSpPr>
        <p:spPr>
          <a:xfrm>
            <a:off x="9854640" y="3238560"/>
            <a:ext cx="1997280" cy="23299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6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8" name="Google Shape;384;p11"/>
          <p:cNvGrpSpPr/>
          <p:nvPr/>
        </p:nvGrpSpPr>
        <p:grpSpPr>
          <a:xfrm>
            <a:off x="9566280" y="586800"/>
            <a:ext cx="1975680" cy="2107440"/>
            <a:chOff x="9566280" y="586800"/>
            <a:chExt cx="1975680" cy="2107440"/>
          </a:xfrm>
        </p:grpSpPr>
        <p:sp>
          <p:nvSpPr>
            <p:cNvPr id="699" name="Google Shape;385;p11"/>
            <p:cNvSpPr/>
            <p:nvPr/>
          </p:nvSpPr>
          <p:spPr>
            <a:xfrm>
              <a:off x="10060920" y="13316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0" name="Google Shape;386;p11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1" name="Google Shape;387;p11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2" name="Google Shape;388;p11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3" name="Google Shape;389;p11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4" name="Google Shape;390;p11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5" name="Google Shape;391;p11"/>
            <p:cNvSpPr/>
            <p:nvPr/>
          </p:nvSpPr>
          <p:spPr>
            <a:xfrm>
              <a:off x="10382760" y="10558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6" name="Google Shape;392;p11"/>
            <p:cNvSpPr/>
            <p:nvPr/>
          </p:nvSpPr>
          <p:spPr>
            <a:xfrm>
              <a:off x="9566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07" name="Google Shape;393;p11"/>
          <p:cNvGrpSpPr/>
          <p:nvPr/>
        </p:nvGrpSpPr>
        <p:grpSpPr>
          <a:xfrm>
            <a:off x="366480" y="3823560"/>
            <a:ext cx="3634200" cy="2518200"/>
            <a:chOff x="366480" y="3823560"/>
            <a:chExt cx="3634200" cy="2518200"/>
          </a:xfrm>
        </p:grpSpPr>
        <p:sp>
          <p:nvSpPr>
            <p:cNvPr id="708" name="Google Shape;394;p11"/>
            <p:cNvSpPr/>
            <p:nvPr/>
          </p:nvSpPr>
          <p:spPr>
            <a:xfrm rot="10800000">
              <a:off x="2198880" y="57380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9" name="Google Shape;395;p11"/>
            <p:cNvSpPr/>
            <p:nvPr/>
          </p:nvSpPr>
          <p:spPr>
            <a:xfrm rot="10800000">
              <a:off x="834120" y="573012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0" name="Google Shape;396;p11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1" name="Google Shape;397;p11"/>
            <p:cNvSpPr/>
            <p:nvPr/>
          </p:nvSpPr>
          <p:spPr>
            <a:xfrm rot="10800000">
              <a:off x="366480" y="449712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2" name="Google Shape;398;p11"/>
            <p:cNvSpPr/>
            <p:nvPr/>
          </p:nvSpPr>
          <p:spPr>
            <a:xfrm rot="10800000">
              <a:off x="3401640" y="61405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3" name="Google Shape;399;p11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4" name="Google Shape;400;p11"/>
            <p:cNvSpPr/>
            <p:nvPr/>
          </p:nvSpPr>
          <p:spPr>
            <a:xfrm rot="10800000">
              <a:off x="39459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5" name="Google Shape;401;p11"/>
            <p:cNvSpPr/>
            <p:nvPr/>
          </p:nvSpPr>
          <p:spPr>
            <a:xfrm rot="10800000">
              <a:off x="138204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Google Shape;402;p11"/>
            <p:cNvSpPr/>
            <p:nvPr/>
          </p:nvSpPr>
          <p:spPr>
            <a:xfrm rot="10800000">
              <a:off x="69048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7" name="Google Shape;403;p11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18" name="Google Shape;404;p11"/>
          <p:cNvSpPr/>
          <p:nvPr/>
        </p:nvSpPr>
        <p:spPr>
          <a:xfrm flipH="1" rot="544800">
            <a:off x="135000" y="-62640"/>
            <a:ext cx="775440" cy="1784880"/>
          </a:xfrm>
          <a:custGeom>
            <a:avLst/>
            <a:gdLst>
              <a:gd name="textAreaLeft" fmla="*/ 360 w 775440"/>
              <a:gd name="textAreaRight" fmla="*/ 77616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9" name="Google Shape;405;p11"/>
          <p:cNvGrpSpPr/>
          <p:nvPr/>
        </p:nvGrpSpPr>
        <p:grpSpPr>
          <a:xfrm>
            <a:off x="7302600" y="452160"/>
            <a:ext cx="4239720" cy="1976400"/>
            <a:chOff x="7302600" y="452160"/>
            <a:chExt cx="4239720" cy="1976400"/>
          </a:xfrm>
        </p:grpSpPr>
        <p:sp>
          <p:nvSpPr>
            <p:cNvPr id="720" name="Google Shape;406;p11"/>
            <p:cNvSpPr/>
            <p:nvPr/>
          </p:nvSpPr>
          <p:spPr>
            <a:xfrm flipV="1" rot="16200000">
              <a:off x="8608680" y="18766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1" name="Google Shape;407;p11"/>
            <p:cNvSpPr/>
            <p:nvPr/>
          </p:nvSpPr>
          <p:spPr>
            <a:xfrm flipV="1" rot="16200000">
              <a:off x="7809480" y="1736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2" name="Google Shape;408;p11"/>
            <p:cNvSpPr/>
            <p:nvPr/>
          </p:nvSpPr>
          <p:spPr>
            <a:xfrm flipV="1" rot="16200000">
              <a:off x="830412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3" name="Google Shape;409;p11"/>
            <p:cNvSpPr/>
            <p:nvPr/>
          </p:nvSpPr>
          <p:spPr>
            <a:xfrm flipV="1" rot="16200000">
              <a:off x="8708040" y="11221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4" name="Google Shape;410;p11"/>
            <p:cNvSpPr/>
            <p:nvPr/>
          </p:nvSpPr>
          <p:spPr>
            <a:xfrm flipV="1" rot="16200000">
              <a:off x="730260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5" name="Google Shape;411;p11"/>
            <p:cNvSpPr/>
            <p:nvPr/>
          </p:nvSpPr>
          <p:spPr>
            <a:xfrm flipV="1" rot="16200000">
              <a:off x="11019960" y="50148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6" name="Google Shape;412;p11"/>
            <p:cNvSpPr/>
            <p:nvPr/>
          </p:nvSpPr>
          <p:spPr>
            <a:xfrm flipV="1" rot="16200000">
              <a:off x="8383680" y="651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Google Shape;413;p11"/>
            <p:cNvSpPr/>
            <p:nvPr/>
          </p:nvSpPr>
          <p:spPr>
            <a:xfrm flipV="1" rot="16200000">
              <a:off x="9147600" y="21664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28" name="Google Shape;414;p11"/>
          <p:cNvSpPr/>
          <p:nvPr/>
        </p:nvSpPr>
        <p:spPr>
          <a:xfrm>
            <a:off x="3540600" y="305280"/>
            <a:ext cx="1900800" cy="492480"/>
          </a:xfrm>
          <a:custGeom>
            <a:avLst/>
            <a:gdLst>
              <a:gd name="textAreaLeft" fmla="*/ 0 w 1900800"/>
              <a:gd name="textAreaRight" fmla="*/ 1901160 w 1900800"/>
              <a:gd name="textAreaTop" fmla="*/ 0 h 492480"/>
              <a:gd name="textAreaBottom" fmla="*/ 492840 h 492480"/>
            </a:gdLst>
            <a:ahLst/>
            <a:rect l="textAreaLeft" t="textAreaTop" r="textAreaRight" b="textAreaBottom"/>
            <a:pathLst>
              <a:path w="703516" h="182337">
                <a:moveTo>
                  <a:pt x="0" y="0"/>
                </a:moveTo>
                <a:cubicBezTo>
                  <a:pt x="0" y="0"/>
                  <a:pt x="215646" y="182337"/>
                  <a:pt x="410366" y="182337"/>
                </a:cubicBezTo>
                <a:cubicBezTo>
                  <a:pt x="642614" y="182337"/>
                  <a:pt x="703517" y="0"/>
                  <a:pt x="703517" y="0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7" name="Google Shape;447;p13"/>
          <p:cNvGrpSpPr/>
          <p:nvPr/>
        </p:nvGrpSpPr>
        <p:grpSpPr>
          <a:xfrm>
            <a:off x="381240" y="621360"/>
            <a:ext cx="1668960" cy="2163600"/>
            <a:chOff x="381240" y="621360"/>
            <a:chExt cx="1668960" cy="2163600"/>
          </a:xfrm>
        </p:grpSpPr>
        <p:sp>
          <p:nvSpPr>
            <p:cNvPr id="768" name="Google Shape;448;p13"/>
            <p:cNvSpPr/>
            <p:nvPr/>
          </p:nvSpPr>
          <p:spPr>
            <a:xfrm flipH="1">
              <a:off x="380880" y="121356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9" name="Google Shape;449;p13"/>
            <p:cNvSpPr/>
            <p:nvPr/>
          </p:nvSpPr>
          <p:spPr>
            <a:xfrm flipH="1">
              <a:off x="1993320" y="216468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0" name="Google Shape;450;p13"/>
            <p:cNvSpPr/>
            <p:nvPr/>
          </p:nvSpPr>
          <p:spPr>
            <a:xfrm flipH="1">
              <a:off x="708840" y="167040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1" name="Google Shape;451;p13"/>
            <p:cNvSpPr/>
            <p:nvPr/>
          </p:nvSpPr>
          <p:spPr>
            <a:xfrm flipH="1">
              <a:off x="1378800" y="126648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2" name="Google Shape;452;p13"/>
            <p:cNvSpPr/>
            <p:nvPr/>
          </p:nvSpPr>
          <p:spPr>
            <a:xfrm flipH="1">
              <a:off x="708840" y="2671920"/>
              <a:ext cx="56520" cy="56520"/>
            </a:xfrm>
            <a:custGeom>
              <a:avLst/>
              <a:gdLst>
                <a:gd name="textAreaLeft" fmla="*/ -360 w 56520"/>
                <a:gd name="textAreaRight" fmla="*/ 5652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3" name="Google Shape;453;p13"/>
            <p:cNvSpPr/>
            <p:nvPr/>
          </p:nvSpPr>
          <p:spPr>
            <a:xfrm flipH="1">
              <a:off x="1213920" y="1978920"/>
              <a:ext cx="515160" cy="529560"/>
            </a:xfrm>
            <a:custGeom>
              <a:avLst/>
              <a:gdLst>
                <a:gd name="textAreaLeft" fmla="*/ -360 w 515160"/>
                <a:gd name="textAreaRight" fmla="*/ 51516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4" name="Google Shape;454;p13"/>
            <p:cNvSpPr/>
            <p:nvPr/>
          </p:nvSpPr>
          <p:spPr>
            <a:xfrm flipH="1">
              <a:off x="942120" y="1289160"/>
              <a:ext cx="324360" cy="391680"/>
            </a:xfrm>
            <a:custGeom>
              <a:avLst/>
              <a:gdLst>
                <a:gd name="textAreaLeft" fmla="*/ -360 w 324360"/>
                <a:gd name="textAreaRight" fmla="*/ 32436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5" name="Google Shape;455;p13"/>
            <p:cNvSpPr/>
            <p:nvPr/>
          </p:nvSpPr>
          <p:spPr>
            <a:xfrm flipH="1">
              <a:off x="407520" y="2538000"/>
              <a:ext cx="241560" cy="246960"/>
            </a:xfrm>
            <a:custGeom>
              <a:avLst/>
              <a:gdLst>
                <a:gd name="textAreaLeft" fmla="*/ -360 w 241560"/>
                <a:gd name="textAreaRight" fmla="*/ 24156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6" name="Google Shape;456;p13"/>
            <p:cNvSpPr/>
            <p:nvPr/>
          </p:nvSpPr>
          <p:spPr>
            <a:xfrm flipH="1">
              <a:off x="1285920" y="621360"/>
              <a:ext cx="256320" cy="267480"/>
            </a:xfrm>
            <a:custGeom>
              <a:avLst/>
              <a:gdLst>
                <a:gd name="textAreaLeft" fmla="*/ 360 w 256320"/>
                <a:gd name="textAreaRight" fmla="*/ 25704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7" name="Google Shape;457;p13"/>
          <p:cNvGrpSpPr/>
          <p:nvPr/>
        </p:nvGrpSpPr>
        <p:grpSpPr>
          <a:xfrm>
            <a:off x="466200" y="383040"/>
            <a:ext cx="1424160" cy="3908880"/>
            <a:chOff x="466200" y="383040"/>
            <a:chExt cx="1424160" cy="3908880"/>
          </a:xfrm>
        </p:grpSpPr>
        <p:sp>
          <p:nvSpPr>
            <p:cNvPr id="778" name="Google Shape;458;p13"/>
            <p:cNvSpPr/>
            <p:nvPr/>
          </p:nvSpPr>
          <p:spPr>
            <a:xfrm rot="16200000">
              <a:off x="843840" y="21405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9" name="Google Shape;459;p13"/>
            <p:cNvSpPr/>
            <p:nvPr/>
          </p:nvSpPr>
          <p:spPr>
            <a:xfrm rot="16200000">
              <a:off x="1033200" y="28386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0" name="Google Shape;460;p13"/>
            <p:cNvSpPr/>
            <p:nvPr/>
          </p:nvSpPr>
          <p:spPr>
            <a:xfrm rot="16200000">
              <a:off x="1833840" y="4874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1" name="Google Shape;461;p13"/>
            <p:cNvSpPr/>
            <p:nvPr/>
          </p:nvSpPr>
          <p:spPr>
            <a:xfrm rot="16200000">
              <a:off x="896760" y="33670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2" name="Google Shape;462;p13"/>
            <p:cNvSpPr/>
            <p:nvPr/>
          </p:nvSpPr>
          <p:spPr>
            <a:xfrm rot="16200000">
              <a:off x="473400" y="36115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3" name="Google Shape;463;p13"/>
            <p:cNvSpPr/>
            <p:nvPr/>
          </p:nvSpPr>
          <p:spPr>
            <a:xfrm rot="16200000">
              <a:off x="473400" y="37584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4" name="Google Shape;464;p13"/>
            <p:cNvSpPr/>
            <p:nvPr/>
          </p:nvSpPr>
          <p:spPr>
            <a:xfrm rot="16200000">
              <a:off x="1181520" y="358236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5" name="Google Shape;465;p13"/>
            <p:cNvSpPr/>
            <p:nvPr/>
          </p:nvSpPr>
          <p:spPr>
            <a:xfrm rot="16200000">
              <a:off x="1561320" y="292608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6" name="Google Shape;466;p13"/>
            <p:cNvSpPr/>
            <p:nvPr/>
          </p:nvSpPr>
          <p:spPr>
            <a:xfrm rot="16200000">
              <a:off x="637920" y="402984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4919040" y="2121840"/>
            <a:ext cx="5581080" cy="12427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4919040" y="350352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9" name="Google Shape;469;p13"/>
          <p:cNvGrpSpPr/>
          <p:nvPr/>
        </p:nvGrpSpPr>
        <p:grpSpPr>
          <a:xfrm>
            <a:off x="-360" y="3956760"/>
            <a:ext cx="3956760" cy="2900880"/>
            <a:chOff x="-360" y="3956760"/>
            <a:chExt cx="3956760" cy="2900880"/>
          </a:xfrm>
        </p:grpSpPr>
        <p:sp>
          <p:nvSpPr>
            <p:cNvPr id="790" name="Google Shape;470;p13"/>
            <p:cNvSpPr/>
            <p:nvPr/>
          </p:nvSpPr>
          <p:spPr>
            <a:xfrm flipH="1">
              <a:off x="-720" y="3956760"/>
              <a:ext cx="3956760" cy="2900880"/>
            </a:xfrm>
            <a:custGeom>
              <a:avLst/>
              <a:gdLst>
                <a:gd name="textAreaLeft" fmla="*/ -360 w 3956760"/>
                <a:gd name="textAreaRight" fmla="*/ 3956760 w 3956760"/>
                <a:gd name="textAreaTop" fmla="*/ 0 h 2900880"/>
                <a:gd name="textAreaBottom" fmla="*/ 2901240 h 2900880"/>
              </a:gdLst>
              <a:ahLst/>
              <a:rect l="textAreaLeft" t="textAreaTop" r="textAreaRight" b="textAreaBottom"/>
              <a:pathLst>
                <a:path w="1991007" h="1459793">
                  <a:moveTo>
                    <a:pt x="1749" y="1459794"/>
                  </a:moveTo>
                  <a:cubicBezTo>
                    <a:pt x="1749" y="1459794"/>
                    <a:pt x="-33274" y="1028511"/>
                    <a:pt x="210128" y="833772"/>
                  </a:cubicBezTo>
                  <a:cubicBezTo>
                    <a:pt x="664699" y="470070"/>
                    <a:pt x="1059805" y="825562"/>
                    <a:pt x="1255477" y="672286"/>
                  </a:cubicBezTo>
                  <a:cubicBezTo>
                    <a:pt x="1451140" y="519019"/>
                    <a:pt x="1350099" y="163003"/>
                    <a:pt x="1567069" y="57523"/>
                  </a:cubicBezTo>
                  <a:cubicBezTo>
                    <a:pt x="1822043" y="-66426"/>
                    <a:pt x="1985835" y="48522"/>
                    <a:pt x="1985835" y="48522"/>
                  </a:cubicBezTo>
                  <a:lnTo>
                    <a:pt x="1991007" y="1453269"/>
                  </a:lnTo>
                  <a:lnTo>
                    <a:pt x="1749" y="145979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1" name="Google Shape;471;p13"/>
            <p:cNvSpPr/>
            <p:nvPr/>
          </p:nvSpPr>
          <p:spPr>
            <a:xfrm flipH="1">
              <a:off x="360" y="4684320"/>
              <a:ext cx="2926080" cy="2172960"/>
            </a:xfrm>
            <a:custGeom>
              <a:avLst/>
              <a:gdLst>
                <a:gd name="textAreaLeft" fmla="*/ 360 w 2926080"/>
                <a:gd name="textAreaRight" fmla="*/ 2926800 w 2926080"/>
                <a:gd name="textAreaTop" fmla="*/ 0 h 2172960"/>
                <a:gd name="textAreaBottom" fmla="*/ 2173320 h 2172960"/>
              </a:gdLst>
              <a:ahLst/>
              <a:rect l="textAreaLeft" t="textAreaTop" r="textAreaRight" b="textAreaBottom"/>
              <a:pathLst>
                <a:path w="1472384" h="1093535">
                  <a:moveTo>
                    <a:pt x="3982" y="1093535"/>
                  </a:moveTo>
                  <a:cubicBezTo>
                    <a:pt x="3982" y="1093535"/>
                    <a:pt x="-32537" y="916980"/>
                    <a:pt x="115624" y="766294"/>
                  </a:cubicBezTo>
                  <a:cubicBezTo>
                    <a:pt x="358664" y="519101"/>
                    <a:pt x="809377" y="663758"/>
                    <a:pt x="1007050" y="591387"/>
                  </a:cubicBezTo>
                  <a:cubicBezTo>
                    <a:pt x="1234507" y="508110"/>
                    <a:pt x="1092956" y="145731"/>
                    <a:pt x="1234507" y="49576"/>
                  </a:cubicBezTo>
                  <a:cubicBezTo>
                    <a:pt x="1355836" y="-32844"/>
                    <a:pt x="1466879" y="12381"/>
                    <a:pt x="1466879" y="12381"/>
                  </a:cubicBezTo>
                  <a:lnTo>
                    <a:pt x="1472384" y="1089811"/>
                  </a:lnTo>
                  <a:lnTo>
                    <a:pt x="3982" y="10935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2" name="Google Shape;472;p13"/>
            <p:cNvSpPr/>
            <p:nvPr/>
          </p:nvSpPr>
          <p:spPr>
            <a:xfrm flipH="1">
              <a:off x="0" y="5260680"/>
              <a:ext cx="2245320" cy="1596240"/>
            </a:xfrm>
            <a:custGeom>
              <a:avLst/>
              <a:gdLst>
                <a:gd name="textAreaLeft" fmla="*/ -360 w 2245320"/>
                <a:gd name="textAreaRight" fmla="*/ 2245320 w 2245320"/>
                <a:gd name="textAreaTop" fmla="*/ 0 h 1596240"/>
                <a:gd name="textAreaBottom" fmla="*/ 1596600 h 1596240"/>
              </a:gdLst>
              <a:ahLst/>
              <a:rect l="textAreaLeft" t="textAreaTop" r="textAreaRight" b="textAreaBottom"/>
              <a:pathLst>
                <a:path w="1129900" h="803356">
                  <a:moveTo>
                    <a:pt x="3055" y="803356"/>
                  </a:moveTo>
                  <a:cubicBezTo>
                    <a:pt x="3055" y="803356"/>
                    <a:pt x="-24967" y="673654"/>
                    <a:pt x="88723" y="562955"/>
                  </a:cubicBezTo>
                  <a:cubicBezTo>
                    <a:pt x="275242" y="381361"/>
                    <a:pt x="627857" y="536551"/>
                    <a:pt x="779552" y="483383"/>
                  </a:cubicBezTo>
                  <a:cubicBezTo>
                    <a:pt x="954098" y="422204"/>
                    <a:pt x="838731" y="107060"/>
                    <a:pt x="947354" y="36422"/>
                  </a:cubicBezTo>
                  <a:cubicBezTo>
                    <a:pt x="1040461" y="-24128"/>
                    <a:pt x="1125681" y="9095"/>
                    <a:pt x="1125681" y="9095"/>
                  </a:cubicBezTo>
                  <a:lnTo>
                    <a:pt x="1129901" y="800623"/>
                  </a:lnTo>
                  <a:lnTo>
                    <a:pt x="3055" y="80335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3" name="Google Shape;473;p13"/>
            <p:cNvSpPr/>
            <p:nvPr/>
          </p:nvSpPr>
          <p:spPr>
            <a:xfrm flipH="1">
              <a:off x="1080" y="6205680"/>
              <a:ext cx="1082160" cy="651240"/>
            </a:xfrm>
            <a:custGeom>
              <a:avLst/>
              <a:gdLst>
                <a:gd name="textAreaLeft" fmla="*/ 360 w 1082160"/>
                <a:gd name="textAreaRight" fmla="*/ 1082880 w 1082160"/>
                <a:gd name="textAreaTop" fmla="*/ 0 h 651240"/>
                <a:gd name="textAreaBottom" fmla="*/ 651600 h 651240"/>
              </a:gdLst>
              <a:ahLst/>
              <a:rect l="textAreaLeft" t="textAreaTop" r="textAreaRight" b="textAreaBottom"/>
              <a:pathLst>
                <a:path w="544687" h="327869">
                  <a:moveTo>
                    <a:pt x="0" y="327870"/>
                  </a:moveTo>
                  <a:cubicBezTo>
                    <a:pt x="0" y="327870"/>
                    <a:pt x="6743" y="297885"/>
                    <a:pt x="61703" y="261785"/>
                  </a:cubicBezTo>
                  <a:cubicBezTo>
                    <a:pt x="151857" y="202549"/>
                    <a:pt x="319402" y="239401"/>
                    <a:pt x="392725" y="222066"/>
                  </a:cubicBezTo>
                  <a:cubicBezTo>
                    <a:pt x="477098" y="202111"/>
                    <a:pt x="543849" y="0"/>
                    <a:pt x="543849" y="0"/>
                  </a:cubicBezTo>
                  <a:lnTo>
                    <a:pt x="544687" y="326975"/>
                  </a:lnTo>
                  <a:lnTo>
                    <a:pt x="0" y="32787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4" name="Google Shape;474;p13"/>
          <p:cNvGrpSpPr/>
          <p:nvPr/>
        </p:nvGrpSpPr>
        <p:grpSpPr>
          <a:xfrm>
            <a:off x="8445240" y="3025080"/>
            <a:ext cx="3408480" cy="3377520"/>
            <a:chOff x="8445240" y="3025080"/>
            <a:chExt cx="3408480" cy="3377520"/>
          </a:xfrm>
        </p:grpSpPr>
        <p:sp>
          <p:nvSpPr>
            <p:cNvPr id="795" name="Google Shape;475;p13"/>
            <p:cNvSpPr/>
            <p:nvPr/>
          </p:nvSpPr>
          <p:spPr>
            <a:xfrm flipV="1">
              <a:off x="9700560" y="58064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360 h 596160"/>
                <a:gd name="textAreaBottom" fmla="*/ 59688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6" name="Google Shape;476;p13"/>
            <p:cNvSpPr/>
            <p:nvPr/>
          </p:nvSpPr>
          <p:spPr>
            <a:xfrm flipV="1">
              <a:off x="11432520" y="302508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360 h 457200"/>
                <a:gd name="textAreaBottom" fmla="*/ 45792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7" name="Google Shape;477;p13"/>
            <p:cNvSpPr/>
            <p:nvPr/>
          </p:nvSpPr>
          <p:spPr>
            <a:xfrm flipV="1">
              <a:off x="10848240" y="427752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-360 h 611640"/>
                <a:gd name="textAreaBottom" fmla="*/ 61164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8" name="Google Shape;478;p13"/>
            <p:cNvSpPr/>
            <p:nvPr/>
          </p:nvSpPr>
          <p:spPr>
            <a:xfrm flipV="1">
              <a:off x="11513160" y="530064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360 h 392400"/>
                <a:gd name="textAreaBottom" fmla="*/ 39312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9" name="Google Shape;479;p13"/>
            <p:cNvSpPr/>
            <p:nvPr/>
          </p:nvSpPr>
          <p:spPr>
            <a:xfrm flipV="1">
              <a:off x="10319040" y="509760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-360 h 349560"/>
                <a:gd name="textAreaBottom" fmla="*/ 34956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0" name="Google Shape;480;p13"/>
            <p:cNvSpPr/>
            <p:nvPr/>
          </p:nvSpPr>
          <p:spPr>
            <a:xfrm flipV="1">
              <a:off x="8989560" y="62089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1" name="Google Shape;481;p13"/>
            <p:cNvSpPr/>
            <p:nvPr/>
          </p:nvSpPr>
          <p:spPr>
            <a:xfrm flipV="1">
              <a:off x="11175840" y="53035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2" name="Google Shape;482;p13"/>
            <p:cNvSpPr/>
            <p:nvPr/>
          </p:nvSpPr>
          <p:spPr>
            <a:xfrm flipV="1">
              <a:off x="8445240" y="59644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3" name="Google Shape;483;p13"/>
            <p:cNvSpPr/>
            <p:nvPr/>
          </p:nvSpPr>
          <p:spPr>
            <a:xfrm flipV="1">
              <a:off x="11009160" y="38923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4" name="Google Shape;484;p13"/>
            <p:cNvSpPr/>
            <p:nvPr/>
          </p:nvSpPr>
          <p:spPr>
            <a:xfrm flipV="1">
              <a:off x="11700720" y="429840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05" name="Google Shape;485;p13"/>
            <p:cNvSpPr/>
            <p:nvPr/>
          </p:nvSpPr>
          <p:spPr>
            <a:xfrm flipV="1">
              <a:off x="10934640" y="59644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360 h 54720"/>
                <a:gd name="textAreaBottom" fmla="*/ 5544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06" name="Google Shape;486;p13"/>
          <p:cNvSpPr/>
          <p:nvPr/>
        </p:nvSpPr>
        <p:spPr>
          <a:xfrm rot="21055200">
            <a:off x="11280240" y="-71280"/>
            <a:ext cx="775440" cy="1784880"/>
          </a:xfrm>
          <a:custGeom>
            <a:avLst/>
            <a:gdLst>
              <a:gd name="textAreaLeft" fmla="*/ 0 w 775440"/>
              <a:gd name="textAreaRight" fmla="*/ 77580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Google Shape;487;p13"/>
          <p:cNvSpPr/>
          <p:nvPr/>
        </p:nvSpPr>
        <p:spPr>
          <a:xfrm flipH="1" rot="5400000">
            <a:off x="5820840" y="-941040"/>
            <a:ext cx="886320" cy="2769480"/>
          </a:xfrm>
          <a:custGeom>
            <a:avLst/>
            <a:gdLst>
              <a:gd name="textAreaLeft" fmla="*/ 360 w 886320"/>
              <a:gd name="textAreaRight" fmla="*/ 887040 w 886320"/>
              <a:gd name="textAreaTop" fmla="*/ 0 h 2769480"/>
              <a:gd name="textAreaBottom" fmla="*/ 2769840 h 2769480"/>
            </a:gdLst>
            <a:ahLst/>
            <a:rect l="textAreaLeft" t="textAreaTop" r="textAreaRight" b="textAreaBottom"/>
            <a:pathLst>
              <a:path w="370173" h="1156474">
                <a:moveTo>
                  <a:pt x="370173" y="0"/>
                </a:moveTo>
                <a:cubicBezTo>
                  <a:pt x="370173" y="0"/>
                  <a:pt x="50143" y="97574"/>
                  <a:pt x="11509" y="286217"/>
                </a:cubicBezTo>
                <a:cubicBezTo>
                  <a:pt x="-51918" y="595903"/>
                  <a:pt x="165738" y="584816"/>
                  <a:pt x="203867" y="642299"/>
                </a:cubicBezTo>
                <a:cubicBezTo>
                  <a:pt x="267675" y="738511"/>
                  <a:pt x="82452" y="750684"/>
                  <a:pt x="112713" y="1007002"/>
                </a:cubicBezTo>
                <a:cubicBezTo>
                  <a:pt x="136030" y="1204417"/>
                  <a:pt x="370173" y="1149439"/>
                  <a:pt x="370173" y="1149439"/>
                </a:cubicBezTo>
              </a:path>
            </a:pathLst>
          </a:custGeom>
          <a:noFill/>
          <a:ln cap="rnd" w="33125">
            <a:solidFill>
              <a:srgbClr val="ff9e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Google Shape;488;p13"/>
          <p:cNvSpPr/>
          <p:nvPr/>
        </p:nvSpPr>
        <p:spPr>
          <a:xfrm flipH="1" rot="5400000">
            <a:off x="5959800" y="-805680"/>
            <a:ext cx="608400" cy="2063880"/>
          </a:xfrm>
          <a:custGeom>
            <a:avLst/>
            <a:gdLst>
              <a:gd name="textAreaLeft" fmla="*/ 360 w 608400"/>
              <a:gd name="textAreaRight" fmla="*/ 609120 w 608400"/>
              <a:gd name="textAreaTop" fmla="*/ 0 h 2063880"/>
              <a:gd name="textAreaBottom" fmla="*/ 2064240 h 2063880"/>
            </a:gdLst>
            <a:ahLst/>
            <a:rect l="textAreaLeft" t="textAreaTop" r="textAreaRight" b="textAreaBottom"/>
            <a:pathLst>
              <a:path w="254190" h="861831">
                <a:moveTo>
                  <a:pt x="225092" y="0"/>
                </a:moveTo>
                <a:cubicBezTo>
                  <a:pt x="225092" y="0"/>
                  <a:pt x="-14890" y="69694"/>
                  <a:pt x="731" y="239106"/>
                </a:cubicBezTo>
                <a:cubicBezTo>
                  <a:pt x="11361" y="354416"/>
                  <a:pt x="249486" y="383610"/>
                  <a:pt x="254144" y="513683"/>
                </a:cubicBezTo>
                <a:cubicBezTo>
                  <a:pt x="257544" y="608676"/>
                  <a:pt x="73435" y="668150"/>
                  <a:pt x="78702" y="784260"/>
                </a:cubicBezTo>
                <a:cubicBezTo>
                  <a:pt x="82217" y="861794"/>
                  <a:pt x="225092" y="861832"/>
                  <a:pt x="225092" y="861832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7" name="Google Shape;416;p12"/>
          <p:cNvGrpSpPr/>
          <p:nvPr/>
        </p:nvGrpSpPr>
        <p:grpSpPr>
          <a:xfrm>
            <a:off x="10184400" y="621360"/>
            <a:ext cx="1668960" cy="2163600"/>
            <a:chOff x="10184400" y="621360"/>
            <a:chExt cx="1668960" cy="2163600"/>
          </a:xfrm>
        </p:grpSpPr>
        <p:sp>
          <p:nvSpPr>
            <p:cNvPr id="848" name="Google Shape;417;p12"/>
            <p:cNvSpPr/>
            <p:nvPr/>
          </p:nvSpPr>
          <p:spPr>
            <a:xfrm>
              <a:off x="11796840" y="12135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9" name="Google Shape;418;p12"/>
            <p:cNvSpPr/>
            <p:nvPr/>
          </p:nvSpPr>
          <p:spPr>
            <a:xfrm>
              <a:off x="10184400" y="21646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0" name="Google Shape;419;p12"/>
            <p:cNvSpPr/>
            <p:nvPr/>
          </p:nvSpPr>
          <p:spPr>
            <a:xfrm>
              <a:off x="11468880" y="16704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1" name="Google Shape;420;p12"/>
            <p:cNvSpPr/>
            <p:nvPr/>
          </p:nvSpPr>
          <p:spPr>
            <a:xfrm>
              <a:off x="10798920" y="1266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2" name="Google Shape;421;p12"/>
            <p:cNvSpPr/>
            <p:nvPr/>
          </p:nvSpPr>
          <p:spPr>
            <a:xfrm>
              <a:off x="11468880" y="267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3" name="Google Shape;422;p12"/>
            <p:cNvSpPr/>
            <p:nvPr/>
          </p:nvSpPr>
          <p:spPr>
            <a:xfrm>
              <a:off x="10505160" y="19789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4" name="Google Shape;423;p12"/>
            <p:cNvSpPr/>
            <p:nvPr/>
          </p:nvSpPr>
          <p:spPr>
            <a:xfrm>
              <a:off x="10967760" y="128916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5" name="Google Shape;424;p12"/>
            <p:cNvSpPr/>
            <p:nvPr/>
          </p:nvSpPr>
          <p:spPr>
            <a:xfrm>
              <a:off x="11585520" y="253800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6" name="Google Shape;425;p12"/>
            <p:cNvSpPr/>
            <p:nvPr/>
          </p:nvSpPr>
          <p:spPr>
            <a:xfrm>
              <a:off x="10692720" y="62136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57" name="Google Shape;426;p12"/>
          <p:cNvGrpSpPr/>
          <p:nvPr/>
        </p:nvGrpSpPr>
        <p:grpSpPr>
          <a:xfrm>
            <a:off x="10344960" y="382320"/>
            <a:ext cx="1424160" cy="3909240"/>
            <a:chOff x="10344960" y="382320"/>
            <a:chExt cx="1424160" cy="3909240"/>
          </a:xfrm>
        </p:grpSpPr>
        <p:sp>
          <p:nvSpPr>
            <p:cNvPr id="858" name="Google Shape;427;p12"/>
            <p:cNvSpPr/>
            <p:nvPr/>
          </p:nvSpPr>
          <p:spPr>
            <a:xfrm flipV="1" rot="16200000">
              <a:off x="11335320" y="2139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9" name="Google Shape;428;p12"/>
            <p:cNvSpPr/>
            <p:nvPr/>
          </p:nvSpPr>
          <p:spPr>
            <a:xfrm flipV="1" rot="16200000">
              <a:off x="11145600" y="28375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0" name="Google Shape;429;p12"/>
            <p:cNvSpPr/>
            <p:nvPr/>
          </p:nvSpPr>
          <p:spPr>
            <a:xfrm flipV="1" rot="16200000">
              <a:off x="10344960" y="4863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1" name="Google Shape;430;p12"/>
            <p:cNvSpPr/>
            <p:nvPr/>
          </p:nvSpPr>
          <p:spPr>
            <a:xfrm flipV="1" rot="16200000">
              <a:off x="11282400" y="33660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2" name="Google Shape;431;p12"/>
            <p:cNvSpPr/>
            <p:nvPr/>
          </p:nvSpPr>
          <p:spPr>
            <a:xfrm flipV="1" rot="16200000">
              <a:off x="11705400" y="36104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3" name="Google Shape;432;p12"/>
            <p:cNvSpPr/>
            <p:nvPr/>
          </p:nvSpPr>
          <p:spPr>
            <a:xfrm flipV="1" rot="16200000">
              <a:off x="11246760" y="37476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4" name="Google Shape;433;p12"/>
            <p:cNvSpPr/>
            <p:nvPr/>
          </p:nvSpPr>
          <p:spPr>
            <a:xfrm flipV="1" rot="16200000">
              <a:off x="10729440" y="358128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5" name="Google Shape;434;p12"/>
            <p:cNvSpPr/>
            <p:nvPr/>
          </p:nvSpPr>
          <p:spPr>
            <a:xfrm flipV="1" rot="16200000">
              <a:off x="10432080" y="292536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6" name="Google Shape;435;p12"/>
            <p:cNvSpPr/>
            <p:nvPr/>
          </p:nvSpPr>
          <p:spPr>
            <a:xfrm flipV="1" rot="16200000">
              <a:off x="11340720" y="40294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876600" y="1981080"/>
            <a:ext cx="5581080" cy="12639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876600" y="3439080"/>
            <a:ext cx="5581080" cy="17020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9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9" name="Google Shape;438;p12"/>
          <p:cNvGrpSpPr/>
          <p:nvPr/>
        </p:nvGrpSpPr>
        <p:grpSpPr>
          <a:xfrm>
            <a:off x="8235000" y="3956760"/>
            <a:ext cx="3956760" cy="2900880"/>
            <a:chOff x="8235000" y="3956760"/>
            <a:chExt cx="3956760" cy="2900880"/>
          </a:xfrm>
        </p:grpSpPr>
        <p:sp>
          <p:nvSpPr>
            <p:cNvPr id="870" name="Google Shape;439;p12"/>
            <p:cNvSpPr/>
            <p:nvPr/>
          </p:nvSpPr>
          <p:spPr>
            <a:xfrm>
              <a:off x="8235000" y="3956760"/>
              <a:ext cx="3956760" cy="2900880"/>
            </a:xfrm>
            <a:custGeom>
              <a:avLst/>
              <a:gdLst>
                <a:gd name="textAreaLeft" fmla="*/ 0 w 3956760"/>
                <a:gd name="textAreaRight" fmla="*/ 3957120 w 3956760"/>
                <a:gd name="textAreaTop" fmla="*/ 0 h 2900880"/>
                <a:gd name="textAreaBottom" fmla="*/ 2901240 h 2900880"/>
              </a:gdLst>
              <a:ahLst/>
              <a:rect l="textAreaLeft" t="textAreaTop" r="textAreaRight" b="textAreaBottom"/>
              <a:pathLst>
                <a:path w="1991007" h="1459793">
                  <a:moveTo>
                    <a:pt x="1749" y="1459794"/>
                  </a:moveTo>
                  <a:cubicBezTo>
                    <a:pt x="1749" y="1459794"/>
                    <a:pt x="-33274" y="1028511"/>
                    <a:pt x="210128" y="833772"/>
                  </a:cubicBezTo>
                  <a:cubicBezTo>
                    <a:pt x="664699" y="470070"/>
                    <a:pt x="1059805" y="825562"/>
                    <a:pt x="1255477" y="672286"/>
                  </a:cubicBezTo>
                  <a:cubicBezTo>
                    <a:pt x="1451140" y="519019"/>
                    <a:pt x="1350099" y="163003"/>
                    <a:pt x="1567069" y="57523"/>
                  </a:cubicBezTo>
                  <a:cubicBezTo>
                    <a:pt x="1822043" y="-66426"/>
                    <a:pt x="1985835" y="48522"/>
                    <a:pt x="1985835" y="48522"/>
                  </a:cubicBezTo>
                  <a:lnTo>
                    <a:pt x="1991007" y="1453269"/>
                  </a:lnTo>
                  <a:lnTo>
                    <a:pt x="1749" y="145979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1" name="Google Shape;440;p12"/>
            <p:cNvSpPr/>
            <p:nvPr/>
          </p:nvSpPr>
          <p:spPr>
            <a:xfrm>
              <a:off x="9265320" y="4684320"/>
              <a:ext cx="2926080" cy="2172960"/>
            </a:xfrm>
            <a:custGeom>
              <a:avLst/>
              <a:gdLst>
                <a:gd name="textAreaLeft" fmla="*/ 0 w 2926080"/>
                <a:gd name="textAreaRight" fmla="*/ 2926440 w 2926080"/>
                <a:gd name="textAreaTop" fmla="*/ 0 h 2172960"/>
                <a:gd name="textAreaBottom" fmla="*/ 2173320 h 2172960"/>
              </a:gdLst>
              <a:ahLst/>
              <a:rect l="textAreaLeft" t="textAreaTop" r="textAreaRight" b="textAreaBottom"/>
              <a:pathLst>
                <a:path w="1472384" h="1093535">
                  <a:moveTo>
                    <a:pt x="3982" y="1093535"/>
                  </a:moveTo>
                  <a:cubicBezTo>
                    <a:pt x="3982" y="1093535"/>
                    <a:pt x="-32537" y="916980"/>
                    <a:pt x="115624" y="766294"/>
                  </a:cubicBezTo>
                  <a:cubicBezTo>
                    <a:pt x="358664" y="519101"/>
                    <a:pt x="809377" y="663758"/>
                    <a:pt x="1007050" y="591387"/>
                  </a:cubicBezTo>
                  <a:cubicBezTo>
                    <a:pt x="1234507" y="508110"/>
                    <a:pt x="1092956" y="145731"/>
                    <a:pt x="1234507" y="49576"/>
                  </a:cubicBezTo>
                  <a:cubicBezTo>
                    <a:pt x="1355836" y="-32844"/>
                    <a:pt x="1466879" y="12381"/>
                    <a:pt x="1466879" y="12381"/>
                  </a:cubicBezTo>
                  <a:lnTo>
                    <a:pt x="1472384" y="1089811"/>
                  </a:lnTo>
                  <a:lnTo>
                    <a:pt x="3982" y="10935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2" name="Google Shape;441;p12"/>
            <p:cNvSpPr/>
            <p:nvPr/>
          </p:nvSpPr>
          <p:spPr>
            <a:xfrm>
              <a:off x="9945720" y="5260680"/>
              <a:ext cx="2245320" cy="1596240"/>
            </a:xfrm>
            <a:custGeom>
              <a:avLst/>
              <a:gdLst>
                <a:gd name="textAreaLeft" fmla="*/ 0 w 2245320"/>
                <a:gd name="textAreaRight" fmla="*/ 2245680 w 2245320"/>
                <a:gd name="textAreaTop" fmla="*/ 0 h 1596240"/>
                <a:gd name="textAreaBottom" fmla="*/ 1596600 h 1596240"/>
              </a:gdLst>
              <a:ahLst/>
              <a:rect l="textAreaLeft" t="textAreaTop" r="textAreaRight" b="textAreaBottom"/>
              <a:pathLst>
                <a:path w="1129900" h="803356">
                  <a:moveTo>
                    <a:pt x="3055" y="803356"/>
                  </a:moveTo>
                  <a:cubicBezTo>
                    <a:pt x="3055" y="803356"/>
                    <a:pt x="-24967" y="673654"/>
                    <a:pt x="88723" y="562955"/>
                  </a:cubicBezTo>
                  <a:cubicBezTo>
                    <a:pt x="275242" y="381361"/>
                    <a:pt x="627857" y="536551"/>
                    <a:pt x="779552" y="483383"/>
                  </a:cubicBezTo>
                  <a:cubicBezTo>
                    <a:pt x="954098" y="422204"/>
                    <a:pt x="838731" y="107060"/>
                    <a:pt x="947354" y="36422"/>
                  </a:cubicBezTo>
                  <a:cubicBezTo>
                    <a:pt x="1040461" y="-24128"/>
                    <a:pt x="1125681" y="9095"/>
                    <a:pt x="1125681" y="9095"/>
                  </a:cubicBezTo>
                  <a:lnTo>
                    <a:pt x="1129901" y="800623"/>
                  </a:lnTo>
                  <a:lnTo>
                    <a:pt x="3055" y="80335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3" name="Google Shape;442;p12"/>
            <p:cNvSpPr/>
            <p:nvPr/>
          </p:nvSpPr>
          <p:spPr>
            <a:xfrm>
              <a:off x="11108520" y="6205680"/>
              <a:ext cx="1082160" cy="651240"/>
            </a:xfrm>
            <a:custGeom>
              <a:avLst/>
              <a:gdLst>
                <a:gd name="textAreaLeft" fmla="*/ 0 w 1082160"/>
                <a:gd name="textAreaRight" fmla="*/ 1082520 w 1082160"/>
                <a:gd name="textAreaTop" fmla="*/ 0 h 651240"/>
                <a:gd name="textAreaBottom" fmla="*/ 651600 h 651240"/>
              </a:gdLst>
              <a:ahLst/>
              <a:rect l="textAreaLeft" t="textAreaTop" r="textAreaRight" b="textAreaBottom"/>
              <a:pathLst>
                <a:path w="544687" h="327869">
                  <a:moveTo>
                    <a:pt x="0" y="327870"/>
                  </a:moveTo>
                  <a:cubicBezTo>
                    <a:pt x="0" y="327870"/>
                    <a:pt x="6743" y="297885"/>
                    <a:pt x="61703" y="261785"/>
                  </a:cubicBezTo>
                  <a:cubicBezTo>
                    <a:pt x="151857" y="202549"/>
                    <a:pt x="319402" y="239401"/>
                    <a:pt x="392725" y="222066"/>
                  </a:cubicBezTo>
                  <a:cubicBezTo>
                    <a:pt x="477098" y="202111"/>
                    <a:pt x="543849" y="0"/>
                    <a:pt x="543849" y="0"/>
                  </a:cubicBezTo>
                  <a:lnTo>
                    <a:pt x="544687" y="326975"/>
                  </a:lnTo>
                  <a:lnTo>
                    <a:pt x="0" y="32787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74" name="Google Shape;443;p12"/>
          <p:cNvSpPr/>
          <p:nvPr/>
        </p:nvSpPr>
        <p:spPr>
          <a:xfrm flipH="1" rot="544800">
            <a:off x="146160" y="-26280"/>
            <a:ext cx="775440" cy="1784880"/>
          </a:xfrm>
          <a:custGeom>
            <a:avLst/>
            <a:gdLst>
              <a:gd name="textAreaLeft" fmla="*/ 360 w 775440"/>
              <a:gd name="textAreaRight" fmla="*/ 77616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Google Shape;444;p12"/>
          <p:cNvSpPr/>
          <p:nvPr/>
        </p:nvSpPr>
        <p:spPr>
          <a:xfrm rot="16200000">
            <a:off x="5494680" y="-896040"/>
            <a:ext cx="886320" cy="2769480"/>
          </a:xfrm>
          <a:custGeom>
            <a:avLst/>
            <a:gdLst>
              <a:gd name="textAreaLeft" fmla="*/ 0 w 886320"/>
              <a:gd name="textAreaRight" fmla="*/ 886680 w 886320"/>
              <a:gd name="textAreaTop" fmla="*/ 0 h 2769480"/>
              <a:gd name="textAreaBottom" fmla="*/ 2769840 h 2769480"/>
            </a:gdLst>
            <a:ahLst/>
            <a:rect l="textAreaLeft" t="textAreaTop" r="textAreaRight" b="textAreaBottom"/>
            <a:pathLst>
              <a:path w="370173" h="1156474">
                <a:moveTo>
                  <a:pt x="370173" y="0"/>
                </a:moveTo>
                <a:cubicBezTo>
                  <a:pt x="370173" y="0"/>
                  <a:pt x="50143" y="97574"/>
                  <a:pt x="11509" y="286217"/>
                </a:cubicBezTo>
                <a:cubicBezTo>
                  <a:pt x="-51918" y="595903"/>
                  <a:pt x="165738" y="584816"/>
                  <a:pt x="203867" y="642299"/>
                </a:cubicBezTo>
                <a:cubicBezTo>
                  <a:pt x="267675" y="738511"/>
                  <a:pt x="82452" y="750684"/>
                  <a:pt x="112713" y="1007002"/>
                </a:cubicBezTo>
                <a:cubicBezTo>
                  <a:pt x="136030" y="1204417"/>
                  <a:pt x="370173" y="1149439"/>
                  <a:pt x="370173" y="1149439"/>
                </a:cubicBezTo>
              </a:path>
            </a:pathLst>
          </a:custGeom>
          <a:noFill/>
          <a:ln cap="rnd" w="33125">
            <a:solidFill>
              <a:srgbClr val="ff9e8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Google Shape;445;p12"/>
          <p:cNvSpPr/>
          <p:nvPr/>
        </p:nvSpPr>
        <p:spPr>
          <a:xfrm rot="16200000">
            <a:off x="5633640" y="-760320"/>
            <a:ext cx="608400" cy="2063880"/>
          </a:xfrm>
          <a:custGeom>
            <a:avLst/>
            <a:gdLst>
              <a:gd name="textAreaLeft" fmla="*/ 0 w 608400"/>
              <a:gd name="textAreaRight" fmla="*/ 608760 w 608400"/>
              <a:gd name="textAreaTop" fmla="*/ 0 h 2063880"/>
              <a:gd name="textAreaBottom" fmla="*/ 2064240 h 2063880"/>
            </a:gdLst>
            <a:ahLst/>
            <a:rect l="textAreaLeft" t="textAreaTop" r="textAreaRight" b="textAreaBottom"/>
            <a:pathLst>
              <a:path w="254190" h="861831">
                <a:moveTo>
                  <a:pt x="225092" y="0"/>
                </a:moveTo>
                <a:cubicBezTo>
                  <a:pt x="225092" y="0"/>
                  <a:pt x="-14890" y="69694"/>
                  <a:pt x="731" y="239106"/>
                </a:cubicBezTo>
                <a:cubicBezTo>
                  <a:pt x="11361" y="354416"/>
                  <a:pt x="249486" y="383610"/>
                  <a:pt x="254144" y="513683"/>
                </a:cubicBezTo>
                <a:cubicBezTo>
                  <a:pt x="257544" y="608676"/>
                  <a:pt x="73435" y="668150"/>
                  <a:pt x="78702" y="784260"/>
                </a:cubicBezTo>
                <a:cubicBezTo>
                  <a:pt x="82217" y="861794"/>
                  <a:pt x="225092" y="861832"/>
                  <a:pt x="225092" y="861832"/>
                </a:cubicBezTo>
              </a:path>
            </a:pathLst>
          </a:custGeom>
          <a:noFill/>
          <a:ln cap="rnd" w="33125">
            <a:solidFill>
              <a:srgbClr val="3582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15" name="Google Shape;492;p15"/>
          <p:cNvGrpSpPr/>
          <p:nvPr/>
        </p:nvGrpSpPr>
        <p:grpSpPr>
          <a:xfrm>
            <a:off x="10200960" y="586800"/>
            <a:ext cx="1668960" cy="2163960"/>
            <a:chOff x="10200960" y="586800"/>
            <a:chExt cx="1668960" cy="2163960"/>
          </a:xfrm>
        </p:grpSpPr>
        <p:sp>
          <p:nvSpPr>
            <p:cNvPr id="916" name="Google Shape;493;p15"/>
            <p:cNvSpPr/>
            <p:nvPr/>
          </p:nvSpPr>
          <p:spPr>
            <a:xfrm>
              <a:off x="11813400" y="11790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7" name="Google Shape;494;p15"/>
            <p:cNvSpPr/>
            <p:nvPr/>
          </p:nvSpPr>
          <p:spPr>
            <a:xfrm>
              <a:off x="10200960" y="2130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8" name="Google Shape;495;p15"/>
            <p:cNvSpPr/>
            <p:nvPr/>
          </p:nvSpPr>
          <p:spPr>
            <a:xfrm>
              <a:off x="11485440" y="16358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9" name="Google Shape;496;p15"/>
            <p:cNvSpPr/>
            <p:nvPr/>
          </p:nvSpPr>
          <p:spPr>
            <a:xfrm>
              <a:off x="10815480" y="1231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0" name="Google Shape;497;p15"/>
            <p:cNvSpPr/>
            <p:nvPr/>
          </p:nvSpPr>
          <p:spPr>
            <a:xfrm>
              <a:off x="11485440" y="26377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1" name="Google Shape;498;p15"/>
            <p:cNvSpPr/>
            <p:nvPr/>
          </p:nvSpPr>
          <p:spPr>
            <a:xfrm>
              <a:off x="10521720" y="194472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2" name="Google Shape;499;p15"/>
            <p:cNvSpPr/>
            <p:nvPr/>
          </p:nvSpPr>
          <p:spPr>
            <a:xfrm>
              <a:off x="10984320" y="125460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3" name="Google Shape;500;p15"/>
            <p:cNvSpPr/>
            <p:nvPr/>
          </p:nvSpPr>
          <p:spPr>
            <a:xfrm>
              <a:off x="11602080" y="250380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4" name="Google Shape;501;p15"/>
            <p:cNvSpPr/>
            <p:nvPr/>
          </p:nvSpPr>
          <p:spPr>
            <a:xfrm>
              <a:off x="10709280" y="58680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25" name="Google Shape;502;p15"/>
          <p:cNvGrpSpPr/>
          <p:nvPr/>
        </p:nvGrpSpPr>
        <p:grpSpPr>
          <a:xfrm>
            <a:off x="592200" y="2956680"/>
            <a:ext cx="3408480" cy="3377520"/>
            <a:chOff x="592200" y="2956680"/>
            <a:chExt cx="3408480" cy="3377520"/>
          </a:xfrm>
        </p:grpSpPr>
        <p:sp>
          <p:nvSpPr>
            <p:cNvPr id="926" name="Google Shape;503;p15"/>
            <p:cNvSpPr/>
            <p:nvPr/>
          </p:nvSpPr>
          <p:spPr>
            <a:xfrm rot="10800000">
              <a:off x="2198880" y="57380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7" name="Google Shape;504;p15"/>
            <p:cNvSpPr/>
            <p:nvPr/>
          </p:nvSpPr>
          <p:spPr>
            <a:xfrm rot="10800000">
              <a:off x="609840" y="295668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8" name="Google Shape;505;p15"/>
            <p:cNvSpPr/>
            <p:nvPr/>
          </p:nvSpPr>
          <p:spPr>
            <a:xfrm rot="10800000">
              <a:off x="1094760" y="420984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9" name="Google Shape;506;p15"/>
            <p:cNvSpPr/>
            <p:nvPr/>
          </p:nvSpPr>
          <p:spPr>
            <a:xfrm rot="10800000">
              <a:off x="592200" y="52318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0" name="Google Shape;507;p15"/>
            <p:cNvSpPr/>
            <p:nvPr/>
          </p:nvSpPr>
          <p:spPr>
            <a:xfrm rot="10800000">
              <a:off x="1812240" y="502992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1" name="Google Shape;508;p15"/>
            <p:cNvSpPr/>
            <p:nvPr/>
          </p:nvSpPr>
          <p:spPr>
            <a:xfrm rot="10800000">
              <a:off x="3401640" y="61405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2" name="Google Shape;509;p15"/>
            <p:cNvSpPr/>
            <p:nvPr/>
          </p:nvSpPr>
          <p:spPr>
            <a:xfrm rot="10800000">
              <a:off x="1215720" y="52351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3" name="Google Shape;510;p15"/>
            <p:cNvSpPr/>
            <p:nvPr/>
          </p:nvSpPr>
          <p:spPr>
            <a:xfrm rot="10800000">
              <a:off x="39459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4" name="Google Shape;511;p15"/>
            <p:cNvSpPr/>
            <p:nvPr/>
          </p:nvSpPr>
          <p:spPr>
            <a:xfrm rot="10800000">
              <a:off x="1382040" y="38235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5" name="Google Shape;512;p15"/>
            <p:cNvSpPr/>
            <p:nvPr/>
          </p:nvSpPr>
          <p:spPr>
            <a:xfrm rot="10800000">
              <a:off x="690480" y="42296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6" name="Google Shape;513;p15"/>
            <p:cNvSpPr/>
            <p:nvPr/>
          </p:nvSpPr>
          <p:spPr>
            <a:xfrm rot="10800000">
              <a:off x="1456560" y="58960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37" name="Google Shape;514;p15"/>
          <p:cNvSpPr/>
          <p:nvPr/>
        </p:nvSpPr>
        <p:spPr>
          <a:xfrm flipH="1" rot="544800">
            <a:off x="135000" y="-62640"/>
            <a:ext cx="775440" cy="1784880"/>
          </a:xfrm>
          <a:custGeom>
            <a:avLst/>
            <a:gdLst>
              <a:gd name="textAreaLeft" fmla="*/ 360 w 775440"/>
              <a:gd name="textAreaRight" fmla="*/ 77616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38" name="Google Shape;515;p15"/>
          <p:cNvGrpSpPr/>
          <p:nvPr/>
        </p:nvGrpSpPr>
        <p:grpSpPr>
          <a:xfrm>
            <a:off x="10361520" y="348120"/>
            <a:ext cx="1424160" cy="3909240"/>
            <a:chOff x="10361520" y="348120"/>
            <a:chExt cx="1424160" cy="3909240"/>
          </a:xfrm>
        </p:grpSpPr>
        <p:sp>
          <p:nvSpPr>
            <p:cNvPr id="939" name="Google Shape;516;p15"/>
            <p:cNvSpPr/>
            <p:nvPr/>
          </p:nvSpPr>
          <p:spPr>
            <a:xfrm flipV="1" rot="16200000">
              <a:off x="11351880" y="21052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0" name="Google Shape;517;p15"/>
            <p:cNvSpPr/>
            <p:nvPr/>
          </p:nvSpPr>
          <p:spPr>
            <a:xfrm flipV="1" rot="16200000">
              <a:off x="11162160" y="28033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1" name="Google Shape;518;p15"/>
            <p:cNvSpPr/>
            <p:nvPr/>
          </p:nvSpPr>
          <p:spPr>
            <a:xfrm flipV="1" rot="16200000">
              <a:off x="10361520" y="45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2" name="Google Shape;519;p15"/>
            <p:cNvSpPr/>
            <p:nvPr/>
          </p:nvSpPr>
          <p:spPr>
            <a:xfrm flipV="1" rot="16200000">
              <a:off x="11298960" y="33318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3" name="Google Shape;520;p15"/>
            <p:cNvSpPr/>
            <p:nvPr/>
          </p:nvSpPr>
          <p:spPr>
            <a:xfrm flipV="1" rot="16200000">
              <a:off x="11721960" y="35762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4" name="Google Shape;521;p15"/>
            <p:cNvSpPr/>
            <p:nvPr/>
          </p:nvSpPr>
          <p:spPr>
            <a:xfrm flipV="1" rot="16200000">
              <a:off x="11263320" y="34056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5" name="Google Shape;522;p15"/>
            <p:cNvSpPr/>
            <p:nvPr/>
          </p:nvSpPr>
          <p:spPr>
            <a:xfrm flipV="1" rot="16200000">
              <a:off x="10746000" y="354708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6" name="Google Shape;523;p15"/>
            <p:cNvSpPr/>
            <p:nvPr/>
          </p:nvSpPr>
          <p:spPr>
            <a:xfrm flipV="1" rot="16200000">
              <a:off x="10448640" y="289080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7" name="Google Shape;524;p15"/>
            <p:cNvSpPr/>
            <p:nvPr/>
          </p:nvSpPr>
          <p:spPr>
            <a:xfrm flipV="1" rot="16200000">
              <a:off x="11357280" y="399528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8" name="Google Shape;525;p15"/>
          <p:cNvGrpSpPr/>
          <p:nvPr/>
        </p:nvGrpSpPr>
        <p:grpSpPr>
          <a:xfrm>
            <a:off x="5139000" y="5055120"/>
            <a:ext cx="1913760" cy="1505160"/>
            <a:chOff x="5139000" y="5055120"/>
            <a:chExt cx="1913760" cy="1505160"/>
          </a:xfrm>
        </p:grpSpPr>
        <p:sp>
          <p:nvSpPr>
            <p:cNvPr id="949" name="Google Shape;526;p15"/>
            <p:cNvSpPr/>
            <p:nvPr/>
          </p:nvSpPr>
          <p:spPr>
            <a:xfrm>
              <a:off x="5545440" y="5761800"/>
              <a:ext cx="1103040" cy="798480"/>
            </a:xfrm>
            <a:custGeom>
              <a:avLst/>
              <a:gdLst>
                <a:gd name="textAreaLeft" fmla="*/ 0 w 1103040"/>
                <a:gd name="textAreaRight" fmla="*/ 1103400 w 1103040"/>
                <a:gd name="textAreaTop" fmla="*/ 0 h 798480"/>
                <a:gd name="textAreaBottom" fmla="*/ 798840 h 798480"/>
              </a:gdLst>
              <a:ahLst/>
              <a:rect l="textAreaLeft" t="textAreaTop" r="textAreaRight" b="textAreaBottom"/>
              <a:pathLst>
                <a:path w="919896" h="665944">
                  <a:moveTo>
                    <a:pt x="0" y="665716"/>
                  </a:moveTo>
                  <a:cubicBezTo>
                    <a:pt x="0" y="665716"/>
                    <a:pt x="16711" y="4528"/>
                    <a:pt x="398441" y="33"/>
                  </a:cubicBezTo>
                  <a:cubicBezTo>
                    <a:pt x="857232" y="-5378"/>
                    <a:pt x="919897" y="665944"/>
                    <a:pt x="919897" y="665944"/>
                  </a:cubicBezTo>
                  <a:lnTo>
                    <a:pt x="647206" y="665944"/>
                  </a:lnTo>
                  <a:cubicBezTo>
                    <a:pt x="647206" y="665944"/>
                    <a:pt x="620517" y="366974"/>
                    <a:pt x="448876" y="384471"/>
                  </a:cubicBezTo>
                  <a:cubicBezTo>
                    <a:pt x="290323" y="400644"/>
                    <a:pt x="295371" y="665944"/>
                    <a:pt x="295371" y="665944"/>
                  </a:cubicBezTo>
                  <a:lnTo>
                    <a:pt x="0" y="66571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0" name="Google Shape;527;p15"/>
            <p:cNvSpPr/>
            <p:nvPr/>
          </p:nvSpPr>
          <p:spPr>
            <a:xfrm>
              <a:off x="5435640" y="5388840"/>
              <a:ext cx="1368360" cy="1171440"/>
            </a:xfrm>
            <a:custGeom>
              <a:avLst/>
              <a:gdLst>
                <a:gd name="textAreaLeft" fmla="*/ 0 w 1368360"/>
                <a:gd name="textAreaRight" fmla="*/ 1368720 w 1368360"/>
                <a:gd name="textAreaTop" fmla="*/ 0 h 1171440"/>
                <a:gd name="textAreaBottom" fmla="*/ 1171800 h 1171440"/>
              </a:gdLst>
              <a:ahLst/>
              <a:rect l="textAreaLeft" t="textAreaTop" r="textAreaRight" b="textAreaBottom"/>
              <a:pathLst>
                <a:path w="1141262" h="976967">
                  <a:moveTo>
                    <a:pt x="315" y="976635"/>
                  </a:moveTo>
                  <a:cubicBezTo>
                    <a:pt x="315" y="976635"/>
                    <a:pt x="-29858" y="18677"/>
                    <a:pt x="500173" y="236"/>
                  </a:cubicBezTo>
                  <a:cubicBezTo>
                    <a:pt x="1011627" y="-17566"/>
                    <a:pt x="1141263" y="976968"/>
                    <a:pt x="1141263" y="976968"/>
                  </a:cubicBezTo>
                  <a:lnTo>
                    <a:pt x="994063" y="976968"/>
                  </a:lnTo>
                  <a:cubicBezTo>
                    <a:pt x="994063" y="976968"/>
                    <a:pt x="924093" y="311790"/>
                    <a:pt x="500687" y="335592"/>
                  </a:cubicBezTo>
                  <a:cubicBezTo>
                    <a:pt x="118654" y="357071"/>
                    <a:pt x="120803" y="976968"/>
                    <a:pt x="120803" y="976968"/>
                  </a:cubicBezTo>
                  <a:lnTo>
                    <a:pt x="315" y="9766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1" name="Google Shape;528;p15"/>
            <p:cNvSpPr/>
            <p:nvPr/>
          </p:nvSpPr>
          <p:spPr>
            <a:xfrm>
              <a:off x="5139000" y="5055120"/>
              <a:ext cx="1913760" cy="1505160"/>
            </a:xfrm>
            <a:custGeom>
              <a:avLst/>
              <a:gdLst>
                <a:gd name="textAreaLeft" fmla="*/ 0 w 1913760"/>
                <a:gd name="textAreaRight" fmla="*/ 1914120 w 1913760"/>
                <a:gd name="textAreaTop" fmla="*/ 0 h 1505160"/>
                <a:gd name="textAreaBottom" fmla="*/ 1505520 h 1505160"/>
              </a:gdLst>
              <a:ahLst/>
              <a:rect l="textAreaLeft" t="textAreaTop" r="textAreaRight" b="textAreaBottom"/>
              <a:pathLst>
                <a:path w="1595854" h="1255359">
                  <a:moveTo>
                    <a:pt x="2900" y="1254931"/>
                  </a:moveTo>
                  <a:cubicBezTo>
                    <a:pt x="2900" y="1254931"/>
                    <a:pt x="-85447" y="32788"/>
                    <a:pt x="713173" y="660"/>
                  </a:cubicBezTo>
                  <a:cubicBezTo>
                    <a:pt x="1557764" y="-33316"/>
                    <a:pt x="1595855" y="1255360"/>
                    <a:pt x="1595855" y="1255360"/>
                  </a:cubicBezTo>
                  <a:lnTo>
                    <a:pt x="1388677" y="1255360"/>
                  </a:lnTo>
                  <a:cubicBezTo>
                    <a:pt x="1388677" y="1255360"/>
                    <a:pt x="1229447" y="268579"/>
                    <a:pt x="747587" y="299478"/>
                  </a:cubicBezTo>
                  <a:cubicBezTo>
                    <a:pt x="217519" y="333464"/>
                    <a:pt x="251995" y="1255360"/>
                    <a:pt x="251995" y="1255360"/>
                  </a:cubicBezTo>
                  <a:lnTo>
                    <a:pt x="2900" y="125493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52" name="PlaceHolder 1"/>
          <p:cNvSpPr>
            <a:spLocks noGrp="1"/>
          </p:cNvSpPr>
          <p:nvPr>
            <p:ph type="title"/>
          </p:nvPr>
        </p:nvSpPr>
        <p:spPr>
          <a:xfrm>
            <a:off x="415800" y="941400"/>
            <a:ext cx="11360520" cy="9770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8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53" name="Google Shape;531;p15"/>
          <p:cNvCxnSpPr/>
          <p:nvPr/>
        </p:nvCxnSpPr>
        <p:spPr>
          <a:xfrm>
            <a:off x="1783800" y="3261960"/>
            <a:ext cx="8624520" cy="360"/>
          </a:xfrm>
          <a:prstGeom prst="straightConnector1">
            <a:avLst/>
          </a:prstGeom>
          <a:ln w="9525">
            <a:solidFill>
              <a:srgbClr val="682d1b"/>
            </a:solidFill>
            <a:round/>
          </a:ln>
        </p:spPr>
      </p:cxnSp>
      <p:sp>
        <p:nvSpPr>
          <p:cNvPr id="954" name="PlaceHolder 2"/>
          <p:cNvSpPr>
            <a:spLocks noGrp="1"/>
          </p:cNvSpPr>
          <p:nvPr>
            <p:ph type="title"/>
          </p:nvPr>
        </p:nvSpPr>
        <p:spPr>
          <a:xfrm>
            <a:off x="415800" y="3780000"/>
            <a:ext cx="11360520" cy="9770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55" name="Google Shape;535;p15"/>
          <p:cNvGrpSpPr/>
          <p:nvPr/>
        </p:nvGrpSpPr>
        <p:grpSpPr>
          <a:xfrm>
            <a:off x="996840" y="5846760"/>
            <a:ext cx="10198080" cy="0"/>
            <a:chOff x="996840" y="5846760"/>
            <a:chExt cx="10198080" cy="0"/>
          </a:xfrm>
        </p:grpSpPr>
        <p:cxnSp>
          <p:nvCxnSpPr>
            <p:cNvPr id="956" name="Google Shape;536;p15"/>
            <p:cNvCxnSpPr/>
            <p:nvPr/>
          </p:nvCxnSpPr>
          <p:spPr>
            <a:xfrm>
              <a:off x="996840" y="5846760"/>
              <a:ext cx="2986560" cy="360"/>
            </a:xfrm>
            <a:prstGeom prst="straightConnector1">
              <a:avLst/>
            </a:prstGeom>
            <a:ln w="9525">
              <a:solidFill>
                <a:srgbClr val="434343"/>
              </a:solidFill>
              <a:round/>
            </a:ln>
          </p:spPr>
        </p:cxnSp>
        <p:cxnSp>
          <p:nvCxnSpPr>
            <p:cNvPr id="957" name="Google Shape;537;p15"/>
            <p:cNvCxnSpPr/>
            <p:nvPr/>
          </p:nvCxnSpPr>
          <p:spPr>
            <a:xfrm>
              <a:off x="8208360" y="5846760"/>
              <a:ext cx="2986920" cy="360"/>
            </a:xfrm>
            <a:prstGeom prst="straightConnector1">
              <a:avLst/>
            </a:prstGeom>
            <a:ln w="9525">
              <a:solidFill>
                <a:srgbClr val="434343"/>
              </a:solidFill>
              <a:round/>
            </a:ln>
          </p:spPr>
        </p:cxnSp>
      </p:grpSp>
      <p:sp>
        <p:nvSpPr>
          <p:cNvPr id="95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380160" y="192600"/>
            <a:ext cx="11431800" cy="9914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8" name="Google Shape;544;p16"/>
          <p:cNvGrpSpPr/>
          <p:nvPr/>
        </p:nvGrpSpPr>
        <p:grpSpPr>
          <a:xfrm>
            <a:off x="10404360" y="205920"/>
            <a:ext cx="1976040" cy="2107080"/>
            <a:chOff x="10404360" y="205920"/>
            <a:chExt cx="1976040" cy="2107080"/>
          </a:xfrm>
        </p:grpSpPr>
        <p:sp>
          <p:nvSpPr>
            <p:cNvPr id="999" name="Google Shape;545;p16"/>
            <p:cNvSpPr/>
            <p:nvPr/>
          </p:nvSpPr>
          <p:spPr>
            <a:xfrm>
              <a:off x="10899000" y="9504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0" name="Google Shape;546;p16"/>
            <p:cNvSpPr/>
            <p:nvPr/>
          </p:nvSpPr>
          <p:spPr>
            <a:xfrm>
              <a:off x="11039400" y="17496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1" name="Google Shape;547;p16"/>
            <p:cNvSpPr/>
            <p:nvPr/>
          </p:nvSpPr>
          <p:spPr>
            <a:xfrm>
              <a:off x="12323880" y="125496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2" name="Google Shape;548;p16"/>
            <p:cNvSpPr/>
            <p:nvPr/>
          </p:nvSpPr>
          <p:spPr>
            <a:xfrm>
              <a:off x="11653560" y="8510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3" name="Google Shape;549;p16"/>
            <p:cNvSpPr/>
            <p:nvPr/>
          </p:nvSpPr>
          <p:spPr>
            <a:xfrm>
              <a:off x="12323880" y="22564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0 h 56520"/>
                <a:gd name="textAreaBottom" fmla="*/ 5688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4" name="Google Shape;550;p16"/>
            <p:cNvSpPr/>
            <p:nvPr/>
          </p:nvSpPr>
          <p:spPr>
            <a:xfrm>
              <a:off x="11359800" y="156348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0 h 529560"/>
                <a:gd name="textAreaBottom" fmla="*/ 52992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5" name="Google Shape;551;p16"/>
            <p:cNvSpPr/>
            <p:nvPr/>
          </p:nvSpPr>
          <p:spPr>
            <a:xfrm>
              <a:off x="11822400" y="87372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0 h 391680"/>
                <a:gd name="textAreaBottom" fmla="*/ 39204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6" name="Google Shape;552;p16"/>
            <p:cNvSpPr/>
            <p:nvPr/>
          </p:nvSpPr>
          <p:spPr>
            <a:xfrm>
              <a:off x="11220840" y="67500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6960"/>
                <a:gd name="textAreaBottom" fmla="*/ 24732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7" name="Google Shape;553;p16"/>
            <p:cNvSpPr/>
            <p:nvPr/>
          </p:nvSpPr>
          <p:spPr>
            <a:xfrm>
              <a:off x="10404360" y="20592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67480"/>
                <a:gd name="textAreaBottom" fmla="*/ 26784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08" name="Google Shape;554;p16"/>
          <p:cNvGrpSpPr/>
          <p:nvPr/>
        </p:nvGrpSpPr>
        <p:grpSpPr>
          <a:xfrm>
            <a:off x="59040" y="4280760"/>
            <a:ext cx="3408480" cy="2510640"/>
            <a:chOff x="59040" y="4280760"/>
            <a:chExt cx="3408480" cy="2510640"/>
          </a:xfrm>
        </p:grpSpPr>
        <p:sp>
          <p:nvSpPr>
            <p:cNvPr id="1009" name="Google Shape;555;p16"/>
            <p:cNvSpPr/>
            <p:nvPr/>
          </p:nvSpPr>
          <p:spPr>
            <a:xfrm rot="10800000">
              <a:off x="1665360" y="6195240"/>
              <a:ext cx="546480" cy="596160"/>
            </a:xfrm>
            <a:custGeom>
              <a:avLst/>
              <a:gdLst>
                <a:gd name="textAreaLeft" fmla="*/ 0 w 546480"/>
                <a:gd name="textAreaRight" fmla="*/ 546840 w 546480"/>
                <a:gd name="textAreaTop" fmla="*/ 0 h 596160"/>
                <a:gd name="textAreaBottom" fmla="*/ 596520 h 596160"/>
              </a:gdLst>
              <a:ahLst/>
              <a:rect l="textAreaLeft" t="textAreaTop" r="textAreaRight" b="textAreaBottom"/>
              <a:pathLst>
                <a:path w="255593" h="278742">
                  <a:moveTo>
                    <a:pt x="107670" y="102138"/>
                  </a:moveTo>
                  <a:lnTo>
                    <a:pt x="119244" y="0"/>
                  </a:lnTo>
                  <a:lnTo>
                    <a:pt x="150943" y="102641"/>
                  </a:lnTo>
                  <a:lnTo>
                    <a:pt x="241506" y="64402"/>
                  </a:lnTo>
                  <a:lnTo>
                    <a:pt x="186166" y="139372"/>
                  </a:lnTo>
                  <a:lnTo>
                    <a:pt x="255594" y="161510"/>
                  </a:lnTo>
                  <a:lnTo>
                    <a:pt x="177108" y="169057"/>
                  </a:lnTo>
                  <a:lnTo>
                    <a:pt x="210312" y="221384"/>
                  </a:lnTo>
                  <a:lnTo>
                    <a:pt x="154467" y="188177"/>
                  </a:lnTo>
                  <a:lnTo>
                    <a:pt x="146418" y="278742"/>
                  </a:lnTo>
                  <a:lnTo>
                    <a:pt x="124778" y="190692"/>
                  </a:lnTo>
                  <a:lnTo>
                    <a:pt x="63398" y="256604"/>
                  </a:lnTo>
                  <a:lnTo>
                    <a:pt x="87544" y="182139"/>
                  </a:lnTo>
                  <a:lnTo>
                    <a:pt x="0" y="195221"/>
                  </a:lnTo>
                  <a:lnTo>
                    <a:pt x="88049" y="142893"/>
                  </a:lnTo>
                  <a:lnTo>
                    <a:pt x="8553" y="96101"/>
                  </a:lnTo>
                  <a:lnTo>
                    <a:pt x="107670" y="10213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0" name="Google Shape;556;p16"/>
            <p:cNvSpPr/>
            <p:nvPr/>
          </p:nvSpPr>
          <p:spPr>
            <a:xfrm rot="10800000">
              <a:off x="2362680" y="5852160"/>
              <a:ext cx="403560" cy="45720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57200"/>
                <a:gd name="textAreaBottom" fmla="*/ 457560 h 457200"/>
              </a:gdLst>
              <a:ahLst/>
              <a:rect l="textAreaLeft" t="textAreaTop" r="textAreaRight" b="textAreaBottom"/>
              <a:pathLst>
                <a:path w="188804" h="213817">
                  <a:moveTo>
                    <a:pt x="71276" y="85906"/>
                  </a:moveTo>
                  <a:lnTo>
                    <a:pt x="87325" y="0"/>
                  </a:lnTo>
                  <a:lnTo>
                    <a:pt x="116110" y="84020"/>
                  </a:lnTo>
                  <a:lnTo>
                    <a:pt x="165202" y="43425"/>
                  </a:lnTo>
                  <a:lnTo>
                    <a:pt x="134055" y="108556"/>
                  </a:lnTo>
                  <a:lnTo>
                    <a:pt x="188805" y="128388"/>
                  </a:lnTo>
                  <a:lnTo>
                    <a:pt x="125559" y="136884"/>
                  </a:lnTo>
                  <a:lnTo>
                    <a:pt x="148685" y="195415"/>
                  </a:lnTo>
                  <a:lnTo>
                    <a:pt x="101955" y="146799"/>
                  </a:lnTo>
                  <a:lnTo>
                    <a:pt x="85906" y="213817"/>
                  </a:lnTo>
                  <a:lnTo>
                    <a:pt x="74581" y="145380"/>
                  </a:lnTo>
                  <a:lnTo>
                    <a:pt x="17459" y="184556"/>
                  </a:lnTo>
                  <a:lnTo>
                    <a:pt x="57112" y="122253"/>
                  </a:lnTo>
                  <a:lnTo>
                    <a:pt x="0" y="89678"/>
                  </a:lnTo>
                  <a:lnTo>
                    <a:pt x="71276" y="8590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1" name="Google Shape;557;p16"/>
            <p:cNvSpPr/>
            <p:nvPr/>
          </p:nvSpPr>
          <p:spPr>
            <a:xfrm rot="10800000">
              <a:off x="561600" y="4667040"/>
              <a:ext cx="502920" cy="611640"/>
            </a:xfrm>
            <a:custGeom>
              <a:avLst/>
              <a:gdLst>
                <a:gd name="textAreaLeft" fmla="*/ 0 w 502920"/>
                <a:gd name="textAreaRight" fmla="*/ 503280 w 502920"/>
                <a:gd name="textAreaTop" fmla="*/ 0 h 611640"/>
                <a:gd name="textAreaBottom" fmla="*/ 612000 h 611640"/>
              </a:gdLst>
              <a:ahLst/>
              <a:rect l="textAreaLeft" t="textAreaTop" r="textAreaRight" b="textAreaBottom"/>
              <a:pathLst>
                <a:path w="235153" h="286007">
                  <a:moveTo>
                    <a:pt x="97888" y="109376"/>
                  </a:moveTo>
                  <a:lnTo>
                    <a:pt x="113195" y="0"/>
                  </a:lnTo>
                  <a:lnTo>
                    <a:pt x="141094" y="111557"/>
                  </a:lnTo>
                  <a:lnTo>
                    <a:pt x="220389" y="67266"/>
                  </a:lnTo>
                  <a:lnTo>
                    <a:pt x="183194" y="133436"/>
                  </a:lnTo>
                  <a:lnTo>
                    <a:pt x="235153" y="143275"/>
                  </a:lnTo>
                  <a:lnTo>
                    <a:pt x="168983" y="165154"/>
                  </a:lnTo>
                  <a:lnTo>
                    <a:pt x="203978" y="202340"/>
                  </a:lnTo>
                  <a:lnTo>
                    <a:pt x="156400" y="188119"/>
                  </a:lnTo>
                  <a:lnTo>
                    <a:pt x="158039" y="286007"/>
                  </a:lnTo>
                  <a:lnTo>
                    <a:pt x="117024" y="195777"/>
                  </a:lnTo>
                  <a:lnTo>
                    <a:pt x="56321" y="243897"/>
                  </a:lnTo>
                  <a:lnTo>
                    <a:pt x="71095" y="183747"/>
                  </a:lnTo>
                  <a:lnTo>
                    <a:pt x="0" y="186480"/>
                  </a:lnTo>
                  <a:lnTo>
                    <a:pt x="74914" y="148199"/>
                  </a:lnTo>
                  <a:lnTo>
                    <a:pt x="29527" y="92421"/>
                  </a:lnTo>
                  <a:lnTo>
                    <a:pt x="97888" y="10937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2" name="Google Shape;558;p16"/>
            <p:cNvSpPr/>
            <p:nvPr/>
          </p:nvSpPr>
          <p:spPr>
            <a:xfrm rot="10800000">
              <a:off x="59040" y="5689080"/>
              <a:ext cx="340560" cy="39240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392400"/>
                <a:gd name="textAreaBottom" fmla="*/ 392760 h 392400"/>
              </a:gdLst>
              <a:ahLst/>
              <a:rect l="textAreaLeft" t="textAreaTop" r="textAreaRight" b="textAreaBottom"/>
              <a:pathLst>
                <a:path w="159239" h="183466">
                  <a:moveTo>
                    <a:pt x="68370" y="85675"/>
                  </a:moveTo>
                  <a:lnTo>
                    <a:pt x="87411" y="0"/>
                  </a:lnTo>
                  <a:lnTo>
                    <a:pt x="105146" y="86108"/>
                  </a:lnTo>
                  <a:lnTo>
                    <a:pt x="159239" y="90868"/>
                  </a:lnTo>
                  <a:lnTo>
                    <a:pt x="102556" y="117696"/>
                  </a:lnTo>
                  <a:lnTo>
                    <a:pt x="95631" y="183467"/>
                  </a:lnTo>
                  <a:lnTo>
                    <a:pt x="72266" y="120724"/>
                  </a:lnTo>
                  <a:lnTo>
                    <a:pt x="0" y="114233"/>
                  </a:lnTo>
                  <a:lnTo>
                    <a:pt x="68370" y="8567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3" name="Google Shape;559;p16"/>
            <p:cNvSpPr/>
            <p:nvPr/>
          </p:nvSpPr>
          <p:spPr>
            <a:xfrm rot="10800000">
              <a:off x="1278720" y="5487120"/>
              <a:ext cx="314640" cy="349560"/>
            </a:xfrm>
            <a:custGeom>
              <a:avLst/>
              <a:gdLst>
                <a:gd name="textAreaLeft" fmla="*/ 0 w 314640"/>
                <a:gd name="textAreaRight" fmla="*/ 315000 w 314640"/>
                <a:gd name="textAreaTop" fmla="*/ 0 h 349560"/>
                <a:gd name="textAreaBottom" fmla="*/ 349920 h 349560"/>
              </a:gdLst>
              <a:ahLst/>
              <a:rect l="textAreaLeft" t="textAreaTop" r="textAreaRight" b="textAreaBottom"/>
              <a:pathLst>
                <a:path w="147123" h="163525">
                  <a:moveTo>
                    <a:pt x="54721" y="83287"/>
                  </a:moveTo>
                  <a:lnTo>
                    <a:pt x="60188" y="0"/>
                  </a:lnTo>
                  <a:lnTo>
                    <a:pt x="88763" y="74771"/>
                  </a:lnTo>
                  <a:lnTo>
                    <a:pt x="147123" y="64437"/>
                  </a:lnTo>
                  <a:lnTo>
                    <a:pt x="96060" y="99089"/>
                  </a:lnTo>
                  <a:lnTo>
                    <a:pt x="91802" y="163525"/>
                  </a:lnTo>
                  <a:lnTo>
                    <a:pt x="60188" y="116719"/>
                  </a:lnTo>
                  <a:lnTo>
                    <a:pt x="0" y="124015"/>
                  </a:lnTo>
                  <a:lnTo>
                    <a:pt x="54721" y="83287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4" name="Google Shape;560;p16"/>
            <p:cNvSpPr/>
            <p:nvPr/>
          </p:nvSpPr>
          <p:spPr>
            <a:xfrm rot="10800000">
              <a:off x="2868120" y="65977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7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40"/>
                    <a:pt x="35738" y="46048"/>
                    <a:pt x="23022" y="46048"/>
                  </a:cubicBezTo>
                  <a:cubicBezTo>
                    <a:pt x="10306" y="46048"/>
                    <a:pt x="0" y="35740"/>
                    <a:pt x="0" y="23024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5" name="Google Shape;561;p16"/>
            <p:cNvSpPr/>
            <p:nvPr/>
          </p:nvSpPr>
          <p:spPr>
            <a:xfrm rot="10800000">
              <a:off x="682200" y="569232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6">
                  <a:moveTo>
                    <a:pt x="0" y="23024"/>
                  </a:moveTo>
                  <a:cubicBezTo>
                    <a:pt x="0" y="10308"/>
                    <a:pt x="10306" y="0"/>
                    <a:pt x="23022" y="0"/>
                  </a:cubicBezTo>
                  <a:cubicBezTo>
                    <a:pt x="35738" y="0"/>
                    <a:pt x="46044" y="10308"/>
                    <a:pt x="46044" y="23024"/>
                  </a:cubicBezTo>
                  <a:cubicBezTo>
                    <a:pt x="46044" y="35739"/>
                    <a:pt x="35738" y="46047"/>
                    <a:pt x="23022" y="46047"/>
                  </a:cubicBezTo>
                  <a:cubicBezTo>
                    <a:pt x="10306" y="46047"/>
                    <a:pt x="0" y="35739"/>
                    <a:pt x="0" y="23024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6" name="Google Shape;562;p16"/>
            <p:cNvSpPr/>
            <p:nvPr/>
          </p:nvSpPr>
          <p:spPr>
            <a:xfrm rot="10800000">
              <a:off x="3412800" y="63532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7" name="Google Shape;563;p16"/>
            <p:cNvSpPr/>
            <p:nvPr/>
          </p:nvSpPr>
          <p:spPr>
            <a:xfrm rot="10800000">
              <a:off x="848880" y="428076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8" name="Google Shape;564;p16"/>
            <p:cNvSpPr/>
            <p:nvPr/>
          </p:nvSpPr>
          <p:spPr>
            <a:xfrm rot="10800000">
              <a:off x="156960" y="46868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16" y="0"/>
                    <a:pt x="23032" y="0"/>
                  </a:cubicBezTo>
                  <a:cubicBezTo>
                    <a:pt x="35747" y="0"/>
                    <a:pt x="46054" y="10306"/>
                    <a:pt x="46054" y="23022"/>
                  </a:cubicBezTo>
                  <a:cubicBezTo>
                    <a:pt x="46054" y="35738"/>
                    <a:pt x="35747" y="46044"/>
                    <a:pt x="23032" y="46044"/>
                  </a:cubicBezTo>
                  <a:cubicBezTo>
                    <a:pt x="1031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9" name="Google Shape;565;p16"/>
            <p:cNvSpPr/>
            <p:nvPr/>
          </p:nvSpPr>
          <p:spPr>
            <a:xfrm rot="10800000">
              <a:off x="923040" y="63532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rect l="textAreaLeft" t="textAreaTop" r="textAreaRight" b="textAreaBottom"/>
              <a:pathLst>
                <a:path w="46053" h="46046">
                  <a:moveTo>
                    <a:pt x="0" y="23023"/>
                  </a:moveTo>
                  <a:cubicBezTo>
                    <a:pt x="0" y="10308"/>
                    <a:pt x="10316" y="0"/>
                    <a:pt x="23032" y="0"/>
                  </a:cubicBezTo>
                  <a:cubicBezTo>
                    <a:pt x="35747" y="0"/>
                    <a:pt x="46054" y="10308"/>
                    <a:pt x="46054" y="23023"/>
                  </a:cubicBezTo>
                  <a:cubicBezTo>
                    <a:pt x="46054" y="35739"/>
                    <a:pt x="35747" y="46047"/>
                    <a:pt x="23032" y="46047"/>
                  </a:cubicBezTo>
                  <a:cubicBezTo>
                    <a:pt x="10316" y="46047"/>
                    <a:pt x="0" y="35739"/>
                    <a:pt x="0" y="2302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0" name="Google Shape;566;p16"/>
          <p:cNvGrpSpPr/>
          <p:nvPr/>
        </p:nvGrpSpPr>
        <p:grpSpPr>
          <a:xfrm>
            <a:off x="8140680" y="-360"/>
            <a:ext cx="4005720" cy="2047680"/>
            <a:chOff x="8140680" y="-360"/>
            <a:chExt cx="4005720" cy="2047680"/>
          </a:xfrm>
        </p:grpSpPr>
        <p:sp>
          <p:nvSpPr>
            <p:cNvPr id="1021" name="Google Shape;567;p16"/>
            <p:cNvSpPr/>
            <p:nvPr/>
          </p:nvSpPr>
          <p:spPr>
            <a:xfrm flipV="1" rot="16200000">
              <a:off x="9446760" y="149544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5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53" y="10306"/>
                    <a:pt x="46053" y="23022"/>
                  </a:cubicBezTo>
                  <a:cubicBezTo>
                    <a:pt x="46053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2" name="Google Shape;568;p16"/>
            <p:cNvSpPr/>
            <p:nvPr/>
          </p:nvSpPr>
          <p:spPr>
            <a:xfrm flipV="1" rot="16200000">
              <a:off x="8647560" y="135540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22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7" y="0"/>
                    <a:pt x="46044" y="10315"/>
                    <a:pt x="46044" y="23022"/>
                  </a:cubicBezTo>
                  <a:cubicBezTo>
                    <a:pt x="46044" y="35738"/>
                    <a:pt x="35737" y="46053"/>
                    <a:pt x="23022" y="46053"/>
                  </a:cubicBezTo>
                  <a:cubicBezTo>
                    <a:pt x="10306" y="46053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3" name="Google Shape;569;p16"/>
            <p:cNvSpPr/>
            <p:nvPr/>
          </p:nvSpPr>
          <p:spPr>
            <a:xfrm flipV="1" rot="16200000">
              <a:off x="9142200" y="70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4" name="Google Shape;570;p16"/>
            <p:cNvSpPr/>
            <p:nvPr/>
          </p:nvSpPr>
          <p:spPr>
            <a:xfrm flipV="1" rot="16200000">
              <a:off x="9546120" y="74088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43">
                  <a:moveTo>
                    <a:pt x="0" y="23022"/>
                  </a:moveTo>
                  <a:cubicBezTo>
                    <a:pt x="0" y="10306"/>
                    <a:pt x="10306" y="0"/>
                    <a:pt x="23022" y="0"/>
                  </a:cubicBezTo>
                  <a:cubicBezTo>
                    <a:pt x="35738" y="0"/>
                    <a:pt x="46044" y="10306"/>
                    <a:pt x="46044" y="23022"/>
                  </a:cubicBezTo>
                  <a:cubicBezTo>
                    <a:pt x="46044" y="35738"/>
                    <a:pt x="35738" y="46044"/>
                    <a:pt x="23022" y="46044"/>
                  </a:cubicBezTo>
                  <a:cubicBezTo>
                    <a:pt x="10306" y="46044"/>
                    <a:pt x="0" y="35738"/>
                    <a:pt x="0" y="2302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5" name="Google Shape;571;p16"/>
            <p:cNvSpPr/>
            <p:nvPr/>
          </p:nvSpPr>
          <p:spPr>
            <a:xfrm flipV="1" rot="16200000">
              <a:off x="8140680" y="70920"/>
              <a:ext cx="56520" cy="56520"/>
            </a:xfrm>
            <a:custGeom>
              <a:avLst/>
              <a:gdLst>
                <a:gd name="textAreaLeft" fmla="*/ 0 w 56520"/>
                <a:gd name="textAreaRight" fmla="*/ 56880 w 56520"/>
                <a:gd name="textAreaTop" fmla="*/ -360 h 56520"/>
                <a:gd name="textAreaBottom" fmla="*/ 56520 h 56520"/>
              </a:gdLst>
              <a:ahLst/>
              <a:rect l="textAreaLeft" t="textAreaTop" r="textAreaRight" b="textAreaBottom"/>
              <a:pathLst>
                <a:path w="46043" h="46053">
                  <a:moveTo>
                    <a:pt x="0" y="23031"/>
                  </a:moveTo>
                  <a:cubicBezTo>
                    <a:pt x="0" y="10315"/>
                    <a:pt x="10306" y="0"/>
                    <a:pt x="23022" y="0"/>
                  </a:cubicBezTo>
                  <a:cubicBezTo>
                    <a:pt x="35738" y="0"/>
                    <a:pt x="46044" y="10315"/>
                    <a:pt x="46044" y="23031"/>
                  </a:cubicBezTo>
                  <a:cubicBezTo>
                    <a:pt x="46044" y="35747"/>
                    <a:pt x="35738" y="46053"/>
                    <a:pt x="23022" y="46053"/>
                  </a:cubicBezTo>
                  <a:cubicBezTo>
                    <a:pt x="10306" y="46053"/>
                    <a:pt x="0" y="35747"/>
                    <a:pt x="0" y="2303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8440" bIns="28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6" name="Google Shape;572;p16"/>
            <p:cNvSpPr/>
            <p:nvPr/>
          </p:nvSpPr>
          <p:spPr>
            <a:xfrm flipV="1" rot="16200000">
              <a:off x="11624040" y="-7560"/>
              <a:ext cx="515160" cy="529560"/>
            </a:xfrm>
            <a:custGeom>
              <a:avLst/>
              <a:gdLst>
                <a:gd name="textAreaLeft" fmla="*/ 0 w 515160"/>
                <a:gd name="textAreaRight" fmla="*/ 515520 w 515160"/>
                <a:gd name="textAreaTop" fmla="*/ -360 h 529560"/>
                <a:gd name="textAreaBottom" fmla="*/ 529560 h 529560"/>
              </a:gdLst>
              <a:ahLst/>
              <a:rect l="textAreaLeft" t="textAreaTop" r="textAreaRight" b="textAreaBottom"/>
              <a:pathLst>
                <a:path w="417490" h="429025">
                  <a:moveTo>
                    <a:pt x="164335" y="169659"/>
                  </a:moveTo>
                  <a:lnTo>
                    <a:pt x="156334" y="0"/>
                  </a:lnTo>
                  <a:lnTo>
                    <a:pt x="234505" y="172317"/>
                  </a:lnTo>
                  <a:lnTo>
                    <a:pt x="356197" y="46187"/>
                  </a:lnTo>
                  <a:lnTo>
                    <a:pt x="279807" y="191862"/>
                  </a:lnTo>
                  <a:lnTo>
                    <a:pt x="417490" y="200749"/>
                  </a:lnTo>
                  <a:lnTo>
                    <a:pt x="286026" y="243383"/>
                  </a:lnTo>
                  <a:lnTo>
                    <a:pt x="357083" y="349977"/>
                  </a:lnTo>
                  <a:lnTo>
                    <a:pt x="241611" y="274473"/>
                  </a:lnTo>
                  <a:lnTo>
                    <a:pt x="178546" y="429025"/>
                  </a:lnTo>
                  <a:lnTo>
                    <a:pt x="176765" y="270920"/>
                  </a:lnTo>
                  <a:lnTo>
                    <a:pt x="0" y="277139"/>
                  </a:lnTo>
                  <a:lnTo>
                    <a:pt x="137684" y="224724"/>
                  </a:lnTo>
                  <a:lnTo>
                    <a:pt x="58627" y="112805"/>
                  </a:lnTo>
                  <a:lnTo>
                    <a:pt x="164335" y="169659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7" name="Google Shape;573;p16"/>
            <p:cNvSpPr/>
            <p:nvPr/>
          </p:nvSpPr>
          <p:spPr>
            <a:xfrm flipV="1" rot="16200000">
              <a:off x="10175760" y="633240"/>
              <a:ext cx="324360" cy="391680"/>
            </a:xfrm>
            <a:custGeom>
              <a:avLst/>
              <a:gdLst>
                <a:gd name="textAreaLeft" fmla="*/ 0 w 324360"/>
                <a:gd name="textAreaRight" fmla="*/ 324720 w 324360"/>
                <a:gd name="textAreaTop" fmla="*/ 360 h 391680"/>
                <a:gd name="textAreaBottom" fmla="*/ 392400 h 391680"/>
              </a:gdLst>
              <a:ahLst/>
              <a:rect l="textAreaLeft" t="textAreaTop" r="textAreaRight" b="textAreaBottom"/>
              <a:pathLst>
                <a:path w="262899" h="317563">
                  <a:moveTo>
                    <a:pt x="116091" y="159458"/>
                  </a:moveTo>
                  <a:lnTo>
                    <a:pt x="135522" y="0"/>
                  </a:lnTo>
                  <a:lnTo>
                    <a:pt x="167135" y="157201"/>
                  </a:lnTo>
                  <a:lnTo>
                    <a:pt x="262900" y="135969"/>
                  </a:lnTo>
                  <a:lnTo>
                    <a:pt x="197854" y="194243"/>
                  </a:lnTo>
                  <a:lnTo>
                    <a:pt x="259290" y="234448"/>
                  </a:lnTo>
                  <a:lnTo>
                    <a:pt x="182947" y="229934"/>
                  </a:lnTo>
                  <a:lnTo>
                    <a:pt x="186567" y="317563"/>
                  </a:lnTo>
                  <a:lnTo>
                    <a:pt x="139580" y="250708"/>
                  </a:lnTo>
                  <a:lnTo>
                    <a:pt x="46082" y="314849"/>
                  </a:lnTo>
                  <a:lnTo>
                    <a:pt x="101185" y="237611"/>
                  </a:lnTo>
                  <a:lnTo>
                    <a:pt x="8582" y="263805"/>
                  </a:lnTo>
                  <a:lnTo>
                    <a:pt x="80410" y="209150"/>
                  </a:lnTo>
                  <a:lnTo>
                    <a:pt x="0" y="165335"/>
                  </a:lnTo>
                  <a:lnTo>
                    <a:pt x="116091" y="159458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8" name="Google Shape;574;p16"/>
            <p:cNvSpPr/>
            <p:nvPr/>
          </p:nvSpPr>
          <p:spPr>
            <a:xfrm flipV="1" rot="16200000">
              <a:off x="9534240" y="986040"/>
              <a:ext cx="241560" cy="2469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360 h 246960"/>
                <a:gd name="textAreaBottom" fmla="*/ 247680 h 246960"/>
              </a:gdLst>
              <a:ahLst/>
              <a:rect l="textAreaLeft" t="textAreaTop" r="textAreaRight" b="textAreaBottom"/>
              <a:pathLst>
                <a:path w="195757" h="200177">
                  <a:moveTo>
                    <a:pt x="78524" y="86268"/>
                  </a:moveTo>
                  <a:lnTo>
                    <a:pt x="89030" y="0"/>
                  </a:lnTo>
                  <a:lnTo>
                    <a:pt x="117786" y="91792"/>
                  </a:lnTo>
                  <a:lnTo>
                    <a:pt x="195758" y="98431"/>
                  </a:lnTo>
                  <a:lnTo>
                    <a:pt x="118339" y="133826"/>
                  </a:lnTo>
                  <a:lnTo>
                    <a:pt x="106175" y="200177"/>
                  </a:lnTo>
                  <a:lnTo>
                    <a:pt x="85706" y="126082"/>
                  </a:lnTo>
                  <a:lnTo>
                    <a:pt x="0" y="116129"/>
                  </a:lnTo>
                  <a:lnTo>
                    <a:pt x="78524" y="86268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9" name="Google Shape;575;p16"/>
            <p:cNvSpPr/>
            <p:nvPr/>
          </p:nvSpPr>
          <p:spPr>
            <a:xfrm flipV="1" rot="16200000">
              <a:off x="9985680" y="1785240"/>
              <a:ext cx="256320" cy="26748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-360 h 267480"/>
                <a:gd name="textAreaBottom" fmla="*/ 267480 h 267480"/>
              </a:gdLst>
              <a:ahLst/>
              <a:rect l="textAreaLeft" t="textAreaTop" r="textAreaRight" b="textAreaBottom"/>
              <a:pathLst>
                <a:path w="207978" h="216960">
                  <a:moveTo>
                    <a:pt x="83448" y="92431"/>
                  </a:moveTo>
                  <a:lnTo>
                    <a:pt x="100136" y="0"/>
                  </a:lnTo>
                  <a:lnTo>
                    <a:pt x="122597" y="94993"/>
                  </a:lnTo>
                  <a:lnTo>
                    <a:pt x="207979" y="95641"/>
                  </a:lnTo>
                  <a:lnTo>
                    <a:pt x="129016" y="134150"/>
                  </a:lnTo>
                  <a:lnTo>
                    <a:pt x="118748" y="216961"/>
                  </a:lnTo>
                  <a:lnTo>
                    <a:pt x="93069" y="142494"/>
                  </a:lnTo>
                  <a:lnTo>
                    <a:pt x="0" y="127092"/>
                  </a:lnTo>
                  <a:lnTo>
                    <a:pt x="83448" y="9243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0" name="Google Shape;576;p16"/>
          <p:cNvSpPr/>
          <p:nvPr/>
        </p:nvSpPr>
        <p:spPr>
          <a:xfrm>
            <a:off x="608040" y="1425960"/>
            <a:ext cx="3028320" cy="47318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Google Shape;577;p16"/>
          <p:cNvSpPr/>
          <p:nvPr/>
        </p:nvSpPr>
        <p:spPr>
          <a:xfrm>
            <a:off x="8520840" y="1425960"/>
            <a:ext cx="3028320" cy="473184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32" name="Google Shape;578;p16"/>
          <p:cNvGrpSpPr/>
          <p:nvPr/>
        </p:nvGrpSpPr>
        <p:grpSpPr>
          <a:xfrm>
            <a:off x="3882600" y="1425960"/>
            <a:ext cx="4392360" cy="4731840"/>
            <a:chOff x="3882600" y="1425960"/>
            <a:chExt cx="4392360" cy="4731840"/>
          </a:xfrm>
        </p:grpSpPr>
        <p:sp>
          <p:nvSpPr>
            <p:cNvPr id="1033" name="Google Shape;579;p16"/>
            <p:cNvSpPr/>
            <p:nvPr/>
          </p:nvSpPr>
          <p:spPr>
            <a:xfrm>
              <a:off x="3882600" y="1425960"/>
              <a:ext cx="4392360" cy="219456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4" name="Google Shape;580;p16"/>
            <p:cNvSpPr/>
            <p:nvPr/>
          </p:nvSpPr>
          <p:spPr>
            <a:xfrm>
              <a:off x="3882600" y="3963240"/>
              <a:ext cx="4392360" cy="219456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5" name="PlaceHolder 2"/>
          <p:cNvSpPr>
            <a:spLocks noGrp="1"/>
          </p:cNvSpPr>
          <p:nvPr>
            <p:ph type="title"/>
          </p:nvPr>
        </p:nvSpPr>
        <p:spPr>
          <a:xfrm>
            <a:off x="684360" y="1578240"/>
            <a:ext cx="2788920" cy="5166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3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title"/>
          </p:nvPr>
        </p:nvSpPr>
        <p:spPr>
          <a:xfrm>
            <a:off x="4040640" y="1542960"/>
            <a:ext cx="4110120" cy="5166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3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PlaceHolder 4"/>
          <p:cNvSpPr>
            <a:spLocks noGrp="1"/>
          </p:cNvSpPr>
          <p:nvPr>
            <p:ph type="title"/>
          </p:nvPr>
        </p:nvSpPr>
        <p:spPr>
          <a:xfrm>
            <a:off x="3793680" y="4084200"/>
            <a:ext cx="4604760" cy="5410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3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PlaceHolder 5"/>
          <p:cNvSpPr>
            <a:spLocks noGrp="1"/>
          </p:cNvSpPr>
          <p:nvPr>
            <p:ph type="title"/>
          </p:nvPr>
        </p:nvSpPr>
        <p:spPr>
          <a:xfrm>
            <a:off x="8520840" y="1425960"/>
            <a:ext cx="3028320" cy="5166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3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PlaceHolder 6"/>
          <p:cNvSpPr>
            <a:spLocks noGrp="1"/>
          </p:cNvSpPr>
          <p:nvPr>
            <p:ph type="body"/>
          </p:nvPr>
        </p:nvSpPr>
        <p:spPr>
          <a:xfrm>
            <a:off x="4767480" y="4885920"/>
            <a:ext cx="1246320" cy="12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8000"/>
          </a:bodyPr>
          <a:p>
            <a:pPr marL="120960" indent="-907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241920" indent="-907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362880" indent="-806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483840" indent="-604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604800" indent="-604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725760" indent="-604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846720" indent="-604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PlaceHolder 7"/>
          <p:cNvSpPr>
            <a:spLocks noGrp="1"/>
          </p:cNvSpPr>
          <p:nvPr>
            <p:ph type="body"/>
          </p:nvPr>
        </p:nvSpPr>
        <p:spPr>
          <a:xfrm>
            <a:off x="6177960" y="4885920"/>
            <a:ext cx="1246320" cy="12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8000"/>
          </a:bodyPr>
          <a:p>
            <a:pPr marL="120960" indent="-9072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241920" indent="-9072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362880" indent="-8064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483840" indent="-604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604800" indent="-604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725760" indent="-604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846720" indent="-604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8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Google Shape;590;p16"/>
          <p:cNvSpPr/>
          <p:nvPr/>
        </p:nvSpPr>
        <p:spPr>
          <a:xfrm>
            <a:off x="464040" y="1338840"/>
            <a:ext cx="3252240" cy="4905720"/>
          </a:xfrm>
          <a:prstGeom prst="frame">
            <a:avLst>
              <a:gd name="adj1" fmla="val 4500"/>
            </a:avLst>
          </a:prstGeom>
          <a:solidFill>
            <a:schemeClr val="accent1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Google Shape;591;p16"/>
          <p:cNvSpPr/>
          <p:nvPr/>
        </p:nvSpPr>
        <p:spPr>
          <a:xfrm>
            <a:off x="8408880" y="1338840"/>
            <a:ext cx="3252240" cy="4905720"/>
          </a:xfrm>
          <a:prstGeom prst="frame">
            <a:avLst>
              <a:gd name="adj1" fmla="val 4500"/>
            </a:avLst>
          </a:prstGeom>
          <a:solidFill>
            <a:schemeClr val="accen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Google Shape;592;p16"/>
          <p:cNvSpPr/>
          <p:nvPr/>
        </p:nvSpPr>
        <p:spPr>
          <a:xfrm>
            <a:off x="3808440" y="1338840"/>
            <a:ext cx="4480920" cy="2324520"/>
          </a:xfrm>
          <a:prstGeom prst="frame">
            <a:avLst>
              <a:gd name="adj1" fmla="val 5823"/>
            </a:avLst>
          </a:prstGeom>
          <a:solidFill>
            <a:schemeClr val="accent3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Google Shape;593;p16"/>
          <p:cNvSpPr/>
          <p:nvPr/>
        </p:nvSpPr>
        <p:spPr>
          <a:xfrm>
            <a:off x="3808440" y="3920400"/>
            <a:ext cx="4480920" cy="2324520"/>
          </a:xfrm>
          <a:prstGeom prst="frame">
            <a:avLst>
              <a:gd name="adj1" fmla="val 5823"/>
            </a:avLst>
          </a:prstGeom>
          <a:solidFill>
            <a:schemeClr val="accent4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Google Shape;594;p16"/>
          <p:cNvSpPr/>
          <p:nvPr/>
        </p:nvSpPr>
        <p:spPr>
          <a:xfrm flipH="1" rot="544800">
            <a:off x="135000" y="-62640"/>
            <a:ext cx="775440" cy="1784880"/>
          </a:xfrm>
          <a:custGeom>
            <a:avLst/>
            <a:gdLst>
              <a:gd name="textAreaLeft" fmla="*/ 360 w 775440"/>
              <a:gd name="textAreaRight" fmla="*/ 776160 w 775440"/>
              <a:gd name="textAreaTop" fmla="*/ 0 h 1784880"/>
              <a:gd name="textAreaBottom" fmla="*/ 1785240 h 1784880"/>
            </a:gdLst>
            <a:ahLst/>
            <a:rect l="textAreaLeft" t="textAreaTop" r="textAreaRight" b="textAreaBottom"/>
            <a:pathLst>
              <a:path w="489415" h="1126464">
                <a:moveTo>
                  <a:pt x="33149" y="0"/>
                </a:moveTo>
                <a:cubicBezTo>
                  <a:pt x="33149" y="0"/>
                  <a:pt x="-4875" y="75095"/>
                  <a:pt x="525" y="158363"/>
                </a:cubicBezTo>
                <a:cubicBezTo>
                  <a:pt x="8641" y="283397"/>
                  <a:pt x="48484" y="393611"/>
                  <a:pt x="143953" y="470325"/>
                </a:cubicBezTo>
                <a:cubicBezTo>
                  <a:pt x="185567" y="503777"/>
                  <a:pt x="286247" y="551650"/>
                  <a:pt x="321880" y="501167"/>
                </a:cubicBezTo>
                <a:cubicBezTo>
                  <a:pt x="362876" y="443074"/>
                  <a:pt x="269512" y="353473"/>
                  <a:pt x="217648" y="385944"/>
                </a:cubicBezTo>
                <a:cubicBezTo>
                  <a:pt x="168794" y="416538"/>
                  <a:pt x="-59968" y="646938"/>
                  <a:pt x="221991" y="952090"/>
                </a:cubicBezTo>
                <a:cubicBezTo>
                  <a:pt x="265063" y="998706"/>
                  <a:pt x="489415" y="1126465"/>
                  <a:pt x="489415" y="1126465"/>
                </a:cubicBezTo>
              </a:path>
            </a:pathLst>
          </a:custGeom>
          <a:noFill/>
          <a:ln cap="rnd" w="33125">
            <a:solidFill>
              <a:srgbClr val="ffb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PlaceHolder 1"/>
          <p:cNvSpPr>
            <a:spLocks noGrp="1"/>
          </p:cNvSpPr>
          <p:nvPr>
            <p:ph type="title"/>
          </p:nvPr>
        </p:nvSpPr>
        <p:spPr>
          <a:xfrm>
            <a:off x="415800" y="421200"/>
            <a:ext cx="11360520" cy="9914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buNone/>
            </a:pPr>
            <a:r>
              <a:rPr b="0" lang="zh-TW" sz="50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14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6;p1"/>
          <p:cNvSpPr/>
          <p:nvPr/>
        </p:nvSpPr>
        <p:spPr>
          <a:xfrm>
            <a:off x="279360" y="297000"/>
            <a:ext cx="11633040" cy="6263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Google Shape;10;p1"/>
          <p:cNvSpPr/>
          <p:nvPr/>
        </p:nvSpPr>
        <p:spPr>
          <a:xfrm rot="5400000">
            <a:off x="-462240" y="6119280"/>
            <a:ext cx="1131120" cy="114120"/>
          </a:xfrm>
          <a:custGeom>
            <a:avLst/>
            <a:gdLst>
              <a:gd name="textAreaLeft" fmla="*/ 0 w 1131120"/>
              <a:gd name="textAreaRight" fmla="*/ 1131480 w 1131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4" name="Google Shape;596;p17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125" name="Google Shape;597;p17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6" name="Google Shape;598;p17"/>
            <p:cNvSpPr/>
            <p:nvPr/>
          </p:nvSpPr>
          <p:spPr>
            <a:xfrm>
              <a:off x="463680" y="2858040"/>
              <a:ext cx="8956080" cy="38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36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Free </a:t>
              </a:r>
              <a:r>
                <a:rPr b="0" lang="en" sz="36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themes and templates for </a:t>
              </a:r>
              <a:r>
                <a:rPr b="1" lang="en" sz="36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Google Slides</a:t>
              </a:r>
              <a:r>
                <a:rPr b="0" lang="en" sz="36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 or </a:t>
              </a:r>
              <a:r>
                <a:rPr b="1" lang="en" sz="36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PowerPoint</a:t>
              </a: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3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3000" spc="-1" strike="noStrike">
                  <a:solidFill>
                    <a:srgbClr val="ffcb25"/>
                  </a:solidFill>
                  <a:latin typeface="Poppins"/>
                  <a:ea typeface="Poppins"/>
                </a:rPr>
                <a:t>NOT to be sold as is or modified!</a:t>
              </a:r>
              <a:endParaRPr b="0" lang="en-US" sz="30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7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Read </a:t>
              </a:r>
              <a:r>
                <a:rPr b="0" lang="en" sz="2700" spc="-1" strike="noStrike" u="sng">
                  <a:solidFill>
                    <a:srgbClr val="3f3f3f"/>
                  </a:solidFill>
                  <a:uFillTx/>
                  <a:latin typeface="Poppins"/>
                  <a:ea typeface="Poppins"/>
                  <a:hlinkClick r:id="rId2"/>
                </a:rPr>
                <a:t>FAQ</a:t>
              </a:r>
              <a:r>
                <a:rPr b="1" lang="en" sz="4400" spc="-1" strike="noStrike">
                  <a:solidFill>
                    <a:srgbClr val="ffcb25"/>
                  </a:solidFill>
                  <a:latin typeface="Poppins"/>
                  <a:ea typeface="Poppins"/>
                </a:rPr>
                <a:t> </a:t>
              </a:r>
              <a:r>
                <a:rPr b="0" lang="en" sz="27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on slidesmania.com</a:t>
              </a:r>
              <a:endParaRPr b="0" lang="en-US" sz="27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000" spc="-1" strike="noStrike">
                  <a:solidFill>
                    <a:srgbClr val="3f3f3f"/>
                  </a:solidFill>
                  <a:latin typeface="Poppins"/>
                  <a:ea typeface="Poppins"/>
                </a:rPr>
                <a:t>Do not remove the slidesmania.com text on the sides.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127" name="Google Shape;599;p17"/>
            <p:cNvCxnSpPr/>
            <p:nvPr/>
          </p:nvCxnSpPr>
          <p:spPr>
            <a:xfrm>
              <a:off x="10423080" y="5688720"/>
              <a:ext cx="1495800" cy="13320"/>
            </a:xfrm>
            <a:prstGeom prst="straightConnector1">
              <a:avLst/>
            </a:prstGeom>
            <a:ln w="38100">
              <a:solidFill>
                <a:srgbClr val="ffcb25"/>
              </a:solidFill>
              <a:round/>
            </a:ln>
          </p:spPr>
        </p:cxnSp>
        <p:pic>
          <p:nvPicPr>
            <p:cNvPr id="1128" name="Google Shape;600;p17" descr="">
              <a:hlinkClick r:id="rId3"/>
            </p:cNvPr>
            <p:cNvPicPr/>
            <p:nvPr/>
          </p:nvPicPr>
          <p:blipFill>
            <a:blip r:embed="rId4"/>
            <a:stretch/>
          </p:blipFill>
          <p:spPr>
            <a:xfrm>
              <a:off x="8982720" y="5912280"/>
              <a:ext cx="712800" cy="637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29" name="Google Shape;601;p17" descr="">
              <a:hlinkClick r:id="rId5"/>
            </p:cNvPr>
            <p:cNvPicPr/>
            <p:nvPr/>
          </p:nvPicPr>
          <p:blipFill>
            <a:blip r:embed="rId6"/>
            <a:stretch/>
          </p:blipFill>
          <p:spPr>
            <a:xfrm>
              <a:off x="9764280" y="5916960"/>
              <a:ext cx="708480" cy="628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30" name="Google Shape;602;p17" descr="">
              <a:hlinkClick r:id="rId7"/>
            </p:cNvPr>
            <p:cNvPicPr/>
            <p:nvPr/>
          </p:nvPicPr>
          <p:blipFill>
            <a:blip r:embed="rId8"/>
            <a:stretch/>
          </p:blipFill>
          <p:spPr>
            <a:xfrm>
              <a:off x="10541880" y="5905440"/>
              <a:ext cx="612360" cy="623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131" name="Google Shape;603;p17" descr="">
              <a:hlinkClick r:id="rId9"/>
            </p:cNvPr>
            <p:cNvPicPr/>
            <p:nvPr/>
          </p:nvPicPr>
          <p:blipFill>
            <a:blip r:embed="rId10"/>
            <a:stretch/>
          </p:blipFill>
          <p:spPr>
            <a:xfrm>
              <a:off x="11219040" y="5916960"/>
              <a:ext cx="699120" cy="601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32" name="Google Shape;604;p17">
              <a:hlinkClick r:id="rId11"/>
            </p:cNvPr>
            <p:cNvSpPr/>
            <p:nvPr/>
          </p:nvSpPr>
          <p:spPr>
            <a:xfrm>
              <a:off x="7072560" y="4813200"/>
              <a:ext cx="4915080" cy="100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2400" spc="-1" strike="noStrike">
                  <a:solidFill>
                    <a:srgbClr val="252525"/>
                  </a:solidFill>
                  <a:latin typeface="Homemade Apple"/>
                  <a:ea typeface="Homemade Apple"/>
                </a:rPr>
                <a:t>Sharing is caring!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133" name="Google Shape;605;p17" descr=""/>
          <p:cNvPicPr/>
          <p:nvPr/>
        </p:nvPicPr>
        <p:blipFill>
          <a:blip r:embed="rId12"/>
          <a:srcRect l="0" t="16251" r="0" b="20899"/>
          <a:stretch/>
        </p:blipFill>
        <p:spPr>
          <a:xfrm>
            <a:off x="124920" y="493560"/>
            <a:ext cx="8239320" cy="20707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PlaceHolder 1"/>
          <p:cNvSpPr>
            <a:spLocks noGrp="1"/>
          </p:cNvSpPr>
          <p:nvPr>
            <p:ph type="subTitle"/>
          </p:nvPr>
        </p:nvSpPr>
        <p:spPr>
          <a:xfrm>
            <a:off x="733320" y="5212800"/>
            <a:ext cx="10725120" cy="5860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And here goes your subtitle.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PlaceHolder 2"/>
          <p:cNvSpPr>
            <a:spLocks noGrp="1"/>
          </p:cNvSpPr>
          <p:nvPr>
            <p:ph type="title"/>
          </p:nvPr>
        </p:nvSpPr>
        <p:spPr>
          <a:xfrm>
            <a:off x="1411560" y="2165400"/>
            <a:ext cx="9368640" cy="25264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8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Y</a:t>
            </a:r>
            <a:r>
              <a:rPr b="0" lang="en" sz="8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O</a:t>
            </a:r>
            <a:r>
              <a:rPr b="0" lang="en" sz="8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U</a:t>
            </a:r>
            <a:r>
              <a:rPr b="0" lang="en" sz="8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R</a:t>
            </a:r>
            <a:r>
              <a:rPr b="0" lang="en" sz="8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 PRESENTATION TITLE </a:t>
            </a:r>
            <a:r>
              <a:rPr b="0" lang="en" sz="8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G</a:t>
            </a:r>
            <a:r>
              <a:rPr b="0" lang="en" sz="8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O</a:t>
            </a:r>
            <a:r>
              <a:rPr b="0" lang="en" sz="8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E</a:t>
            </a:r>
            <a:r>
              <a:rPr b="0" lang="en" sz="8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S</a:t>
            </a:r>
            <a:r>
              <a:rPr b="0" lang="en" sz="8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 </a:t>
            </a:r>
            <a:r>
              <a:rPr b="0" lang="en" sz="8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H</a:t>
            </a:r>
            <a:r>
              <a:rPr b="0" lang="en" sz="8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E</a:t>
            </a:r>
            <a:r>
              <a:rPr b="0" lang="en" sz="8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R</a:t>
            </a:r>
            <a:r>
              <a:rPr b="0" lang="en" sz="8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E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1024200" y="904320"/>
            <a:ext cx="1014300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You can use this table of </a:t>
            </a:r>
            <a:r>
              <a:rPr b="0" lang="en" sz="5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c</a:t>
            </a:r>
            <a:r>
              <a:rPr b="0" lang="en" sz="5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o</a:t>
            </a:r>
            <a:r>
              <a:rPr b="0" lang="en" sz="5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n</a:t>
            </a:r>
            <a:r>
              <a:rPr b="0" lang="en" sz="5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t</a:t>
            </a:r>
            <a:r>
              <a:rPr b="0" lang="en" sz="5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e</a:t>
            </a:r>
            <a:r>
              <a:rPr b="0" lang="en" sz="5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n</a:t>
            </a:r>
            <a:r>
              <a:rPr b="0" lang="en" sz="5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t</a:t>
            </a:r>
            <a:r>
              <a:rPr b="0" lang="en" sz="5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s.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PlaceHolder 2"/>
          <p:cNvSpPr>
            <a:spLocks noGrp="1"/>
          </p:cNvSpPr>
          <p:nvPr>
            <p:ph/>
          </p:nvPr>
        </p:nvSpPr>
        <p:spPr>
          <a:xfrm>
            <a:off x="1024200" y="274248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We will talk about this first.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/>
          </p:nvPr>
        </p:nvSpPr>
        <p:spPr>
          <a:xfrm>
            <a:off x="4605480" y="274248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We will talk about this second.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PlaceHolder 4"/>
          <p:cNvSpPr>
            <a:spLocks noGrp="1"/>
          </p:cNvSpPr>
          <p:nvPr>
            <p:ph/>
          </p:nvPr>
        </p:nvSpPr>
        <p:spPr>
          <a:xfrm>
            <a:off x="1024200" y="478332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After that we will talk about this.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PlaceHolder 5"/>
          <p:cNvSpPr>
            <a:spLocks noGrp="1"/>
          </p:cNvSpPr>
          <p:nvPr>
            <p:ph/>
          </p:nvPr>
        </p:nvSpPr>
        <p:spPr>
          <a:xfrm>
            <a:off x="4605480" y="478332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We will also talk about this.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PlaceHolder 6"/>
          <p:cNvSpPr>
            <a:spLocks noGrp="1"/>
          </p:cNvSpPr>
          <p:nvPr>
            <p:ph type="title"/>
          </p:nvPr>
        </p:nvSpPr>
        <p:spPr>
          <a:xfrm>
            <a:off x="1024200" y="20466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01 | Dogs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PlaceHolder 7"/>
          <p:cNvSpPr>
            <a:spLocks noGrp="1"/>
          </p:cNvSpPr>
          <p:nvPr>
            <p:ph type="title"/>
          </p:nvPr>
        </p:nvSpPr>
        <p:spPr>
          <a:xfrm>
            <a:off x="4605480" y="20466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02 | Cats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PlaceHolder 8"/>
          <p:cNvSpPr>
            <a:spLocks noGrp="1"/>
          </p:cNvSpPr>
          <p:nvPr>
            <p:ph type="title"/>
          </p:nvPr>
        </p:nvSpPr>
        <p:spPr>
          <a:xfrm>
            <a:off x="1024200" y="40878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04 | Kangaroos 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PlaceHolder 9"/>
          <p:cNvSpPr>
            <a:spLocks noGrp="1"/>
          </p:cNvSpPr>
          <p:nvPr>
            <p:ph type="title"/>
          </p:nvPr>
        </p:nvSpPr>
        <p:spPr>
          <a:xfrm>
            <a:off x="4605480" y="40878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05 | Pandas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PlaceHolder 10"/>
          <p:cNvSpPr>
            <a:spLocks noGrp="1"/>
          </p:cNvSpPr>
          <p:nvPr>
            <p:ph/>
          </p:nvPr>
        </p:nvSpPr>
        <p:spPr>
          <a:xfrm>
            <a:off x="8186760" y="274248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Then, we will talk about this.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PlaceHolder 11"/>
          <p:cNvSpPr>
            <a:spLocks noGrp="1"/>
          </p:cNvSpPr>
          <p:nvPr>
            <p:ph/>
          </p:nvPr>
        </p:nvSpPr>
        <p:spPr>
          <a:xfrm>
            <a:off x="8186760" y="4783320"/>
            <a:ext cx="2980800" cy="1322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And we will talk about this last.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PlaceHolder 12"/>
          <p:cNvSpPr>
            <a:spLocks noGrp="1"/>
          </p:cNvSpPr>
          <p:nvPr>
            <p:ph type="title"/>
          </p:nvPr>
        </p:nvSpPr>
        <p:spPr>
          <a:xfrm>
            <a:off x="8186760" y="20466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03 | Elephants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PlaceHolder 13"/>
          <p:cNvSpPr>
            <a:spLocks noGrp="1"/>
          </p:cNvSpPr>
          <p:nvPr>
            <p:ph type="title"/>
          </p:nvPr>
        </p:nvSpPr>
        <p:spPr>
          <a:xfrm>
            <a:off x="8186760" y="4087800"/>
            <a:ext cx="2980800" cy="695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06 | Koalas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PlaceHolder 1"/>
          <p:cNvSpPr>
            <a:spLocks noGrp="1"/>
          </p:cNvSpPr>
          <p:nvPr>
            <p:ph type="title"/>
          </p:nvPr>
        </p:nvSpPr>
        <p:spPr>
          <a:xfrm>
            <a:off x="2215440" y="1074240"/>
            <a:ext cx="7065360" cy="11955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Or you can use this layout to present your </a:t>
            </a:r>
            <a:r>
              <a:rPr b="0" lang="en" sz="5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i</a:t>
            </a:r>
            <a:r>
              <a:rPr b="0" lang="en" sz="5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d</a:t>
            </a:r>
            <a:r>
              <a:rPr b="0" lang="en" sz="5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e</a:t>
            </a:r>
            <a:r>
              <a:rPr b="0" lang="en" sz="5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a</a:t>
            </a:r>
            <a:r>
              <a:rPr b="0" lang="en" sz="5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s.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PlaceHolder 2"/>
          <p:cNvSpPr>
            <a:spLocks noGrp="1"/>
          </p:cNvSpPr>
          <p:nvPr>
            <p:ph/>
          </p:nvPr>
        </p:nvSpPr>
        <p:spPr>
          <a:xfrm>
            <a:off x="2215440" y="2639160"/>
            <a:ext cx="7065360" cy="28634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marL="457200" indent="-349200">
              <a:lnSpc>
                <a:spcPct val="150000"/>
              </a:lnSpc>
              <a:buClr>
                <a:srgbClr val="ff714d"/>
              </a:buClr>
              <a:buFont typeface="Happy Monkey"/>
              <a:buChar char="●"/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We will talk about this first.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50000"/>
              </a:lnSpc>
              <a:buClr>
                <a:srgbClr val="ff714d"/>
              </a:buClr>
              <a:buFont typeface="Happy Monkey"/>
              <a:buChar char="●"/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We will talk about this second.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50000"/>
              </a:lnSpc>
              <a:buClr>
                <a:srgbClr val="ff714d"/>
              </a:buClr>
              <a:buFont typeface="Happy Monkey"/>
              <a:buChar char="●"/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After that we will talk about this.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50000"/>
              </a:lnSpc>
              <a:buClr>
                <a:srgbClr val="ff714d"/>
              </a:buClr>
              <a:buFont typeface="Happy Monkey"/>
              <a:buChar char="●"/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After that we will talk about this.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50000"/>
              </a:lnSpc>
              <a:buClr>
                <a:srgbClr val="ff714d"/>
              </a:buClr>
              <a:buFont typeface="Happy Monkey"/>
              <a:buChar char="●"/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We will talk about this too.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50000"/>
              </a:lnSpc>
              <a:buClr>
                <a:srgbClr val="ff714d"/>
              </a:buClr>
              <a:buFont typeface="Happy Monkey"/>
              <a:buChar char="●"/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And we will talk about this last.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651;p22"/>
          <p:cNvSpPr/>
          <p:nvPr/>
        </p:nvSpPr>
        <p:spPr>
          <a:xfrm>
            <a:off x="4887360" y="798120"/>
            <a:ext cx="1528560" cy="1754640"/>
          </a:xfrm>
          <a:custGeom>
            <a:avLst/>
            <a:gdLst>
              <a:gd name="textAreaLeft" fmla="*/ 0 w 1528560"/>
              <a:gd name="textAreaRight" fmla="*/ 1528920 w 1528560"/>
              <a:gd name="textAreaTop" fmla="*/ 0 h 1754640"/>
              <a:gd name="textAreaBottom" fmla="*/ 1755000 h 1754640"/>
            </a:gdLst>
            <a:ahLst/>
            <a:rect l="textAreaLeft" t="textAreaTop" r="textAreaRight" b="textAreaBottom"/>
            <a:pathLst>
              <a:path w="719452" h="825878">
                <a:moveTo>
                  <a:pt x="545240" y="87482"/>
                </a:moveTo>
                <a:cubicBezTo>
                  <a:pt x="545240" y="87482"/>
                  <a:pt x="416196" y="67489"/>
                  <a:pt x="316859" y="199601"/>
                </a:cubicBezTo>
                <a:cubicBezTo>
                  <a:pt x="262919" y="271353"/>
                  <a:pt x="224134" y="495028"/>
                  <a:pt x="379524" y="572181"/>
                </a:cubicBezTo>
                <a:cubicBezTo>
                  <a:pt x="566319" y="664926"/>
                  <a:pt x="719452" y="558141"/>
                  <a:pt x="719452" y="558141"/>
                </a:cubicBezTo>
                <a:cubicBezTo>
                  <a:pt x="719452" y="558141"/>
                  <a:pt x="682305" y="688767"/>
                  <a:pt x="581521" y="770177"/>
                </a:cubicBezTo>
                <a:cubicBezTo>
                  <a:pt x="480737" y="851597"/>
                  <a:pt x="177385" y="879619"/>
                  <a:pt x="52779" y="598051"/>
                </a:cubicBezTo>
                <a:cubicBezTo>
                  <a:pt x="-42671" y="382376"/>
                  <a:pt x="-17925" y="141470"/>
                  <a:pt x="203760" y="40276"/>
                </a:cubicBezTo>
                <a:cubicBezTo>
                  <a:pt x="450943" y="-72547"/>
                  <a:pt x="545240" y="87482"/>
                  <a:pt x="545240" y="87482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PlaceHolder 1"/>
          <p:cNvSpPr>
            <a:spLocks noGrp="1"/>
          </p:cNvSpPr>
          <p:nvPr>
            <p:ph/>
          </p:nvPr>
        </p:nvSpPr>
        <p:spPr>
          <a:xfrm>
            <a:off x="2401200" y="4857840"/>
            <a:ext cx="738900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900" spc="-1" strike="noStrike">
                <a:solidFill>
                  <a:schemeClr val="dk1"/>
                </a:solidFill>
                <a:latin typeface="Happy Monkey"/>
                <a:ea typeface="Happy Monkey"/>
              </a:rPr>
              <a:t>Add a brief introduction of your section here: Let’s dive in and get to know some interesting facts about animals!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PlaceHolder 2"/>
          <p:cNvSpPr>
            <a:spLocks noGrp="1"/>
          </p:cNvSpPr>
          <p:nvPr>
            <p:ph type="title"/>
          </p:nvPr>
        </p:nvSpPr>
        <p:spPr>
          <a:xfrm>
            <a:off x="2401200" y="2774160"/>
            <a:ext cx="7389000" cy="20656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We will </a:t>
            </a:r>
            <a:r>
              <a:rPr b="0" lang="en" sz="6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talk </a:t>
            </a:r>
            <a:r>
              <a:rPr b="0" lang="en" sz="6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about this</a:t>
            </a:r>
            <a:r>
              <a:rPr b="0" lang="en" sz="6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 </a:t>
            </a:r>
            <a:r>
              <a:rPr b="0" lang="en" sz="6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first.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Google Shape;654;p22"/>
          <p:cNvSpPr txBox="1"/>
          <p:nvPr/>
        </p:nvSpPr>
        <p:spPr>
          <a:xfrm>
            <a:off x="5950080" y="1278000"/>
            <a:ext cx="1353960" cy="1194840"/>
          </a:xfrm>
          <a:prstGeom prst="rect">
            <a:avLst/>
          </a:prstGeom>
        </p:spPr>
        <p:txBody>
          <a:bodyPr wrap="none" lIns="90000" rIns="90000" tIns="45000" bIns="45000" anchor="ctr" anchorCtr="1">
            <a:prstTxWarp prst="textPlain">
              <a:avLst>
                <a:gd name="adj" fmla="val 50000"/>
              </a:avLst>
            </a:prstTxWarp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ln w="0">
                  <a:noFill/>
                </a:ln>
                <a:solidFill>
                  <a:srgbClr val="ff714d"/>
                </a:solidFill>
                <a:latin typeface="Londrina Solid"/>
                <a:ea typeface="Arial"/>
              </a:rPr>
              <a:t>01</a:t>
            </a:r>
            <a:endParaRPr b="0" lang="en-US" sz="1400" spc="-1" strike="noStrike">
              <a:ln w="0">
                <a:noFill/>
              </a:ln>
              <a:solidFill>
                <a:srgbClr val="ff714d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title"/>
          </p:nvPr>
        </p:nvSpPr>
        <p:spPr>
          <a:xfrm>
            <a:off x="3305160" y="1694160"/>
            <a:ext cx="5581080" cy="8964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T</a:t>
            </a:r>
            <a:r>
              <a:rPr b="0" lang="en" sz="6000" spc="-1" strike="noStrike">
                <a:solidFill>
                  <a:schemeClr val="accent2"/>
                </a:solidFill>
                <a:latin typeface="Londrina Solid"/>
                <a:ea typeface="Londrina Solid"/>
              </a:rPr>
              <a:t>h</a:t>
            </a:r>
            <a:r>
              <a:rPr b="0" lang="en" sz="6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a</a:t>
            </a:r>
            <a:r>
              <a:rPr b="0" lang="en" sz="6000" spc="-1" strike="noStrike">
                <a:solidFill>
                  <a:schemeClr val="accent4"/>
                </a:solidFill>
                <a:latin typeface="Londrina Solid"/>
                <a:ea typeface="Londrina Solid"/>
              </a:rPr>
              <a:t>n</a:t>
            </a:r>
            <a:r>
              <a:rPr b="0" lang="en" sz="6000" spc="-1" strike="noStrike">
                <a:solidFill>
                  <a:schemeClr val="accent1"/>
                </a:solidFill>
                <a:latin typeface="Londrina Solid"/>
                <a:ea typeface="Londrina Solid"/>
              </a:rPr>
              <a:t>k</a:t>
            </a:r>
            <a:r>
              <a:rPr b="0" lang="en" sz="6000" spc="-1" strike="noStrike">
                <a:solidFill>
                  <a:schemeClr val="dk2"/>
                </a:solidFill>
                <a:latin typeface="Londrina Solid"/>
                <a:ea typeface="Londrina Solid"/>
              </a:rPr>
              <a:t> </a:t>
            </a:r>
            <a:r>
              <a:rPr b="0" lang="en" sz="6000" spc="-1" strike="noStrike">
                <a:solidFill>
                  <a:schemeClr val="accent3"/>
                </a:solidFill>
                <a:latin typeface="Londrina Solid"/>
                <a:ea typeface="Londrina Solid"/>
              </a:rPr>
              <a:t>you!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2" name="Google Shape;839;p33"/>
          <p:cNvGrpSpPr/>
          <p:nvPr/>
        </p:nvGrpSpPr>
        <p:grpSpPr>
          <a:xfrm>
            <a:off x="8235000" y="0"/>
            <a:ext cx="3956760" cy="2900880"/>
            <a:chOff x="8235000" y="0"/>
            <a:chExt cx="3956760" cy="2900880"/>
          </a:xfrm>
        </p:grpSpPr>
        <p:sp>
          <p:nvSpPr>
            <p:cNvPr id="1193" name="Google Shape;840;p33"/>
            <p:cNvSpPr/>
            <p:nvPr/>
          </p:nvSpPr>
          <p:spPr>
            <a:xfrm flipV="1">
              <a:off x="8235000" y="0"/>
              <a:ext cx="3956760" cy="2900880"/>
            </a:xfrm>
            <a:custGeom>
              <a:avLst/>
              <a:gdLst>
                <a:gd name="textAreaLeft" fmla="*/ 0 w 3956760"/>
                <a:gd name="textAreaRight" fmla="*/ 3957120 w 3956760"/>
                <a:gd name="textAreaTop" fmla="*/ 360 h 2900880"/>
                <a:gd name="textAreaBottom" fmla="*/ 2901600 h 2900880"/>
              </a:gdLst>
              <a:ahLst/>
              <a:rect l="textAreaLeft" t="textAreaTop" r="textAreaRight" b="textAreaBottom"/>
              <a:pathLst>
                <a:path w="1991007" h="1459793">
                  <a:moveTo>
                    <a:pt x="1749" y="1459794"/>
                  </a:moveTo>
                  <a:cubicBezTo>
                    <a:pt x="1749" y="1459794"/>
                    <a:pt x="-33274" y="1028511"/>
                    <a:pt x="210128" y="833772"/>
                  </a:cubicBezTo>
                  <a:cubicBezTo>
                    <a:pt x="664699" y="470070"/>
                    <a:pt x="1059805" y="825562"/>
                    <a:pt x="1255477" y="672286"/>
                  </a:cubicBezTo>
                  <a:cubicBezTo>
                    <a:pt x="1451140" y="519019"/>
                    <a:pt x="1350099" y="163003"/>
                    <a:pt x="1567069" y="57523"/>
                  </a:cubicBezTo>
                  <a:cubicBezTo>
                    <a:pt x="1822043" y="-66426"/>
                    <a:pt x="1985835" y="48522"/>
                    <a:pt x="1985835" y="48522"/>
                  </a:cubicBezTo>
                  <a:lnTo>
                    <a:pt x="1991007" y="1453269"/>
                  </a:lnTo>
                  <a:lnTo>
                    <a:pt x="1749" y="145979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4" name="Google Shape;841;p33"/>
            <p:cNvSpPr/>
            <p:nvPr/>
          </p:nvSpPr>
          <p:spPr>
            <a:xfrm flipV="1">
              <a:off x="9265320" y="0"/>
              <a:ext cx="2926080" cy="2172960"/>
            </a:xfrm>
            <a:custGeom>
              <a:avLst/>
              <a:gdLst>
                <a:gd name="textAreaLeft" fmla="*/ 0 w 2926080"/>
                <a:gd name="textAreaRight" fmla="*/ 2926440 w 2926080"/>
                <a:gd name="textAreaTop" fmla="*/ 360 h 2172960"/>
                <a:gd name="textAreaBottom" fmla="*/ 2173680 h 2172960"/>
              </a:gdLst>
              <a:ahLst/>
              <a:rect l="textAreaLeft" t="textAreaTop" r="textAreaRight" b="textAreaBottom"/>
              <a:pathLst>
                <a:path w="1472384" h="1093535">
                  <a:moveTo>
                    <a:pt x="3982" y="1093535"/>
                  </a:moveTo>
                  <a:cubicBezTo>
                    <a:pt x="3982" y="1093535"/>
                    <a:pt x="-32537" y="916980"/>
                    <a:pt x="115624" y="766294"/>
                  </a:cubicBezTo>
                  <a:cubicBezTo>
                    <a:pt x="358664" y="519101"/>
                    <a:pt x="809377" y="663758"/>
                    <a:pt x="1007050" y="591387"/>
                  </a:cubicBezTo>
                  <a:cubicBezTo>
                    <a:pt x="1234507" y="508110"/>
                    <a:pt x="1092956" y="145731"/>
                    <a:pt x="1234507" y="49576"/>
                  </a:cubicBezTo>
                  <a:cubicBezTo>
                    <a:pt x="1355836" y="-32844"/>
                    <a:pt x="1466879" y="12381"/>
                    <a:pt x="1466879" y="12381"/>
                  </a:cubicBezTo>
                  <a:lnTo>
                    <a:pt x="1472384" y="1089811"/>
                  </a:lnTo>
                  <a:lnTo>
                    <a:pt x="3982" y="1093535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5" name="Google Shape;842;p33"/>
            <p:cNvSpPr/>
            <p:nvPr/>
          </p:nvSpPr>
          <p:spPr>
            <a:xfrm flipV="1">
              <a:off x="9945720" y="0"/>
              <a:ext cx="2245320" cy="1596240"/>
            </a:xfrm>
            <a:custGeom>
              <a:avLst/>
              <a:gdLst>
                <a:gd name="textAreaLeft" fmla="*/ 0 w 2245320"/>
                <a:gd name="textAreaRight" fmla="*/ 2245680 w 2245320"/>
                <a:gd name="textAreaTop" fmla="*/ 360 h 1596240"/>
                <a:gd name="textAreaBottom" fmla="*/ 1596960 h 1596240"/>
              </a:gdLst>
              <a:ahLst/>
              <a:rect l="textAreaLeft" t="textAreaTop" r="textAreaRight" b="textAreaBottom"/>
              <a:pathLst>
                <a:path w="1129900" h="803356">
                  <a:moveTo>
                    <a:pt x="3055" y="803356"/>
                  </a:moveTo>
                  <a:cubicBezTo>
                    <a:pt x="3055" y="803356"/>
                    <a:pt x="-24967" y="673654"/>
                    <a:pt x="88723" y="562955"/>
                  </a:cubicBezTo>
                  <a:cubicBezTo>
                    <a:pt x="275242" y="381361"/>
                    <a:pt x="627857" y="536551"/>
                    <a:pt x="779552" y="483383"/>
                  </a:cubicBezTo>
                  <a:cubicBezTo>
                    <a:pt x="954098" y="422204"/>
                    <a:pt x="838731" y="107060"/>
                    <a:pt x="947354" y="36422"/>
                  </a:cubicBezTo>
                  <a:cubicBezTo>
                    <a:pt x="1040461" y="-24128"/>
                    <a:pt x="1125681" y="9095"/>
                    <a:pt x="1125681" y="9095"/>
                  </a:cubicBezTo>
                  <a:lnTo>
                    <a:pt x="1129901" y="800623"/>
                  </a:lnTo>
                  <a:lnTo>
                    <a:pt x="3055" y="803356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6" name="Google Shape;843;p33"/>
            <p:cNvSpPr/>
            <p:nvPr/>
          </p:nvSpPr>
          <p:spPr>
            <a:xfrm flipV="1">
              <a:off x="11108520" y="0"/>
              <a:ext cx="1082160" cy="651240"/>
            </a:xfrm>
            <a:custGeom>
              <a:avLst/>
              <a:gdLst>
                <a:gd name="textAreaLeft" fmla="*/ 0 w 1082160"/>
                <a:gd name="textAreaRight" fmla="*/ 1082520 w 1082160"/>
                <a:gd name="textAreaTop" fmla="*/ -360 h 651240"/>
                <a:gd name="textAreaBottom" fmla="*/ 651240 h 651240"/>
              </a:gdLst>
              <a:ahLst/>
              <a:rect l="textAreaLeft" t="textAreaTop" r="textAreaRight" b="textAreaBottom"/>
              <a:pathLst>
                <a:path w="544687" h="327869">
                  <a:moveTo>
                    <a:pt x="0" y="327870"/>
                  </a:moveTo>
                  <a:cubicBezTo>
                    <a:pt x="0" y="327870"/>
                    <a:pt x="6743" y="297885"/>
                    <a:pt x="61703" y="261785"/>
                  </a:cubicBezTo>
                  <a:cubicBezTo>
                    <a:pt x="151857" y="202549"/>
                    <a:pt x="319402" y="239401"/>
                    <a:pt x="392725" y="222066"/>
                  </a:cubicBezTo>
                  <a:cubicBezTo>
                    <a:pt x="477098" y="202111"/>
                    <a:pt x="543849" y="0"/>
                    <a:pt x="543849" y="0"/>
                  </a:cubicBezTo>
                  <a:lnTo>
                    <a:pt x="544687" y="326975"/>
                  </a:lnTo>
                  <a:lnTo>
                    <a:pt x="0" y="32787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97" name="Google Shape;844;p33"/>
          <p:cNvSpPr/>
          <p:nvPr/>
        </p:nvSpPr>
        <p:spPr>
          <a:xfrm>
            <a:off x="4614840" y="6120360"/>
            <a:ext cx="4227840" cy="776160"/>
          </a:xfrm>
          <a:custGeom>
            <a:avLst/>
            <a:gdLst>
              <a:gd name="textAreaLeft" fmla="*/ 0 w 4227840"/>
              <a:gd name="textAreaRight" fmla="*/ 4228200 w 4227840"/>
              <a:gd name="textAreaTop" fmla="*/ 0 h 776160"/>
              <a:gd name="textAreaBottom" fmla="*/ 776520 h 776160"/>
            </a:gdLst>
            <a:ahLst/>
            <a:rect l="textAreaLeft" t="textAreaTop" r="textAreaRight" b="textAreaBottom"/>
            <a:pathLst>
              <a:path w="983877" h="180716">
                <a:moveTo>
                  <a:pt x="0" y="177993"/>
                </a:moveTo>
                <a:cubicBezTo>
                  <a:pt x="28070" y="155190"/>
                  <a:pt x="85849" y="115242"/>
                  <a:pt x="117300" y="97268"/>
                </a:cubicBezTo>
                <a:cubicBezTo>
                  <a:pt x="221437" y="37765"/>
                  <a:pt x="343700" y="7409"/>
                  <a:pt x="463591" y="12620"/>
                </a:cubicBezTo>
                <a:cubicBezTo>
                  <a:pt x="498348" y="14134"/>
                  <a:pt x="679913" y="37613"/>
                  <a:pt x="666264" y="101440"/>
                </a:cubicBezTo>
                <a:cubicBezTo>
                  <a:pt x="653767" y="159904"/>
                  <a:pt x="574605" y="136930"/>
                  <a:pt x="596027" y="72665"/>
                </a:cubicBezTo>
                <a:cubicBezTo>
                  <a:pt x="606971" y="39823"/>
                  <a:pt x="674075" y="-19632"/>
                  <a:pt x="800852" y="6428"/>
                </a:cubicBezTo>
                <a:cubicBezTo>
                  <a:pt x="998591" y="47062"/>
                  <a:pt x="983618" y="180717"/>
                  <a:pt x="983618" y="180717"/>
                </a:cubicBezTo>
              </a:path>
            </a:pathLst>
          </a:custGeom>
          <a:noFill/>
          <a:ln cap="rnd" w="33125">
            <a:solidFill>
              <a:srgbClr val="ff71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Google Shape;845;p33"/>
          <p:cNvSpPr/>
          <p:nvPr/>
        </p:nvSpPr>
        <p:spPr>
          <a:xfrm>
            <a:off x="2350800" y="560520"/>
            <a:ext cx="1335960" cy="1533600"/>
          </a:xfrm>
          <a:custGeom>
            <a:avLst/>
            <a:gdLst>
              <a:gd name="textAreaLeft" fmla="*/ 0 w 1335960"/>
              <a:gd name="textAreaRight" fmla="*/ 1336320 w 1335960"/>
              <a:gd name="textAreaTop" fmla="*/ 0 h 1533600"/>
              <a:gd name="textAreaBottom" fmla="*/ 1533960 h 1533600"/>
            </a:gdLst>
            <a:ahLst/>
            <a:rect l="textAreaLeft" t="textAreaTop" r="textAreaRight" b="textAreaBottom"/>
            <a:pathLst>
              <a:path w="719452" h="825878">
                <a:moveTo>
                  <a:pt x="545240" y="87482"/>
                </a:moveTo>
                <a:cubicBezTo>
                  <a:pt x="545240" y="87482"/>
                  <a:pt x="416196" y="67489"/>
                  <a:pt x="316859" y="199601"/>
                </a:cubicBezTo>
                <a:cubicBezTo>
                  <a:pt x="262919" y="271353"/>
                  <a:pt x="224134" y="495028"/>
                  <a:pt x="379524" y="572181"/>
                </a:cubicBezTo>
                <a:cubicBezTo>
                  <a:pt x="566319" y="664926"/>
                  <a:pt x="719452" y="558141"/>
                  <a:pt x="719452" y="558141"/>
                </a:cubicBezTo>
                <a:cubicBezTo>
                  <a:pt x="719452" y="558141"/>
                  <a:pt x="682305" y="688767"/>
                  <a:pt x="581521" y="770177"/>
                </a:cubicBezTo>
                <a:cubicBezTo>
                  <a:pt x="480737" y="851597"/>
                  <a:pt x="177385" y="879619"/>
                  <a:pt x="52779" y="598051"/>
                </a:cubicBezTo>
                <a:cubicBezTo>
                  <a:pt x="-42671" y="382376"/>
                  <a:pt x="-17925" y="141470"/>
                  <a:pt x="203760" y="40276"/>
                </a:cubicBezTo>
                <a:cubicBezTo>
                  <a:pt x="450943" y="-72547"/>
                  <a:pt x="545240" y="87482"/>
                  <a:pt x="545240" y="87482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d9b092"/>
      </a:lt1>
      <a:dk2>
        <a:srgbClr val="682d1b"/>
      </a:dk2>
      <a:lt2>
        <a:srgbClr val="fdefec"/>
      </a:lt2>
      <a:accent1>
        <a:srgbClr val="35828c"/>
      </a:accent1>
      <a:accent2>
        <a:srgbClr val="ffb155"/>
      </a:accent2>
      <a:accent3>
        <a:srgbClr val="ff714d"/>
      </a:accent3>
      <a:accent4>
        <a:srgbClr val="ff9e8d"/>
      </a:accent4>
      <a:accent5>
        <a:srgbClr val="a6c0c4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LibreOffice/7.5.5.2$Windows_X86_64 LibreOffice_project/ca8fe7424262805f223b9a2334bc7181abbcbf5e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zh-TW</dc:language>
  <cp:lastModifiedBy/>
  <dcterms:modified xsi:type="dcterms:W3CDTF">2025-12-11T22:50:57Z</dcterms:modified>
  <cp:revision>1</cp:revision>
  <dc:subject/>
  <dc:title/>
</cp:coreProperties>
</file>